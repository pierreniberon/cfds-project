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3575"/>
  <p:notesSz cx="6858000" cy="9144000"/>
  <p:embeddedFontLst>
    <p:embeddedFont>
      <p:font typeface="Titillium Web"/>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i9d9iWCcsSLw0ntSW32JHcMJxr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TitilliumWeb-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TitilliumWeb-italic.fntdata"/><Relationship Id="rId12" Type="http://schemas.openxmlformats.org/officeDocument/2006/relationships/slide" Target="slides/slide8.xml"/><Relationship Id="rId34" Type="http://schemas.openxmlformats.org/officeDocument/2006/relationships/font" Target="fonts/TitilliumWeb-bold.fntdata"/><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TitilliumWeb-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96c7f3a6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g3d96c7f3a6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g3d96c7f3a6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96c7f3a6c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d96c7f3a6c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g3d96c7f3a6c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96c7f3a6c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d96c7f3a6c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g3d96c7f3a6c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96c7f3a6c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d96c7f3a6c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d96c7f3a6c_0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b971e7cb6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db971e7cb6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db971e7cb6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96c7f3a6c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d96c7f3a6c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d96c7f3a6c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96c7f3a6c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3d96c7f3a6c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3d96c7f3a6c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96c7f3a6c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d96c7f3a6c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d96c7f3a6c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96c7f3a6c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d96c7f3a6c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3d96c7f3a6c_0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96c7f3a6c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d96c7f3a6c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d96c7f3a6c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96c7f3a6c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3d96c7f3a6c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3d96c7f3a6c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b971e7cb6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db971e7cb6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db971e7cb6_0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d96c7f3a6c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d96c7f3a6c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d96c7f3a6c_0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b971e7cb6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db971e7cb6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db971e7cb6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b971e7cb6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db971e7cb6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db971e7cb6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b971e7cb6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db971e7cb6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db971e7cb6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b971e7cb6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db971e7cb6_0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3db971e7cb6_0_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b971e7cb6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3db971e7cb6_0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g3db971e7cb6_0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b971e7cb6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db971e7cb6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g3db971e7cb6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b971e7cb6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db971e7cb6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3db971e7cb6_0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db971e7cb6_0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db971e7cb6_0_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g3db971e7cb6_0_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db971e7cb6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db971e7cb6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g3db971e7cb6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b971e7cb6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db971e7cb6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g3db971e7cb6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db971e7cb6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3db971e7cb6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g3db971e7cb6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Title">
  <p:cSld name="CFDS - Title">
    <p:spTree>
      <p:nvGrpSpPr>
        <p:cNvPr id="21" name="Shape 21"/>
        <p:cNvGrpSpPr/>
        <p:nvPr/>
      </p:nvGrpSpPr>
      <p:grpSpPr>
        <a:xfrm>
          <a:off x="0" y="0"/>
          <a:ext cx="0" cy="0"/>
          <a:chOff x="0" y="0"/>
          <a:chExt cx="0" cy="0"/>
        </a:xfrm>
      </p:grpSpPr>
      <p:sp>
        <p:nvSpPr>
          <p:cNvPr id="22" name="Google Shape;22;p6"/>
          <p:cNvSpPr/>
          <p:nvPr/>
        </p:nvSpPr>
        <p:spPr>
          <a:xfrm>
            <a:off x="0" y="808038"/>
            <a:ext cx="12193200" cy="5886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67">
              <a:solidFill>
                <a:schemeClr val="dk1"/>
              </a:solidFill>
              <a:latin typeface="Arial"/>
              <a:ea typeface="Arial"/>
              <a:cs typeface="Arial"/>
              <a:sym typeface="Arial"/>
            </a:endParaRPr>
          </a:p>
        </p:txBody>
      </p:sp>
      <p:sp>
        <p:nvSpPr>
          <p:cNvPr id="23" name="Google Shape;23;p6"/>
          <p:cNvSpPr txBox="1"/>
          <p:nvPr>
            <p:ph idx="1" type="subTitle"/>
          </p:nvPr>
        </p:nvSpPr>
        <p:spPr>
          <a:xfrm>
            <a:off x="720000" y="5220000"/>
            <a:ext cx="8640000" cy="270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lt1"/>
              </a:buClr>
              <a:buSzPts val="1600"/>
              <a:buFont typeface="Arial"/>
              <a:buNone/>
              <a:defRPr b="0" i="0" sz="1600" u="none" cap="none" strike="noStrike">
                <a:solidFill>
                  <a:schemeClr val="lt1"/>
                </a:solidFill>
                <a:latin typeface="Titillium Web"/>
                <a:ea typeface="Titillium Web"/>
                <a:cs typeface="Titillium Web"/>
                <a:sym typeface="Titillium Web"/>
              </a:defRPr>
            </a:lvl1pPr>
            <a:lvl2pPr lvl="1"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Titillium Web"/>
                <a:ea typeface="Titillium Web"/>
                <a:cs typeface="Titillium Web"/>
                <a:sym typeface="Titillium Web"/>
              </a:defRPr>
            </a:lvl2pPr>
            <a:lvl3pPr lvl="2" marR="0" rtl="0" algn="ctr">
              <a:lnSpc>
                <a:spcPct val="100000"/>
              </a:lnSpc>
              <a:spcBef>
                <a:spcPts val="270"/>
              </a:spcBef>
              <a:spcAft>
                <a:spcPts val="0"/>
              </a:spcAft>
              <a:buClr>
                <a:srgbClr val="888888"/>
              </a:buClr>
              <a:buSzPts val="1350"/>
              <a:buFont typeface="Arial"/>
              <a:buNone/>
              <a:defRPr b="0" i="0" sz="1350" u="none" cap="none" strike="noStrike">
                <a:solidFill>
                  <a:srgbClr val="888888"/>
                </a:solidFill>
                <a:latin typeface="Titillium Web"/>
                <a:ea typeface="Titillium Web"/>
                <a:cs typeface="Titillium Web"/>
                <a:sym typeface="Titillium Web"/>
              </a:defRPr>
            </a:lvl3pPr>
            <a:lvl4pPr lvl="3"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cxnSp>
        <p:nvCxnSpPr>
          <p:cNvPr id="24" name="Google Shape;24;p6"/>
          <p:cNvCxnSpPr/>
          <p:nvPr/>
        </p:nvCxnSpPr>
        <p:spPr>
          <a:xfrm>
            <a:off x="0" y="4921254"/>
            <a:ext cx="12193587" cy="0"/>
          </a:xfrm>
          <a:prstGeom prst="straightConnector1">
            <a:avLst/>
          </a:prstGeom>
          <a:noFill/>
          <a:ln cap="flat" cmpd="sng" w="9525">
            <a:solidFill>
              <a:srgbClr val="3F3F3F"/>
            </a:solidFill>
            <a:prstDash val="solid"/>
            <a:round/>
            <a:headEnd len="sm" w="sm" type="none"/>
            <a:tailEnd len="sm" w="sm" type="none"/>
          </a:ln>
        </p:spPr>
      </p:cxnSp>
      <p:sp>
        <p:nvSpPr>
          <p:cNvPr id="25" name="Google Shape;25;p6"/>
          <p:cNvSpPr txBox="1"/>
          <p:nvPr>
            <p:ph type="title"/>
          </p:nvPr>
        </p:nvSpPr>
        <p:spPr>
          <a:xfrm>
            <a:off x="720000" y="5490000"/>
            <a:ext cx="8640000" cy="540000"/>
          </a:xfrm>
          <a:prstGeom prst="rect">
            <a:avLst/>
          </a:prstGeom>
          <a:noFill/>
          <a:ln>
            <a:noFill/>
          </a:ln>
        </p:spPr>
        <p:txBody>
          <a:bodyPr anchorCtr="0" anchor="ctr" bIns="0" lIns="0" spcFirstLastPara="1" rIns="0" wrap="square" tIns="0">
            <a:normAutofit/>
          </a:bodyPr>
          <a:lstStyle>
            <a:lvl1pPr lvl="0" algn="l">
              <a:spcBef>
                <a:spcPts val="0"/>
              </a:spcBef>
              <a:spcAft>
                <a:spcPts val="0"/>
              </a:spcAft>
              <a:buClr>
                <a:schemeClr val="lt1"/>
              </a:buClr>
              <a:buSzPts val="3200"/>
              <a:buFont typeface="Titillium Web"/>
              <a:buNone/>
              <a:defRPr sz="3200">
                <a:solidFill>
                  <a:schemeClr val="lt1"/>
                </a:solidFill>
                <a:latin typeface="Titillium Web"/>
                <a:ea typeface="Titillium Web"/>
                <a:cs typeface="Titillium Web"/>
                <a:sym typeface="Titillium Web"/>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6"/>
          <p:cNvSpPr txBox="1"/>
          <p:nvPr>
            <p:ph idx="2" type="body"/>
          </p:nvPr>
        </p:nvSpPr>
        <p:spPr>
          <a:xfrm>
            <a:off x="720000" y="6030000"/>
            <a:ext cx="8640000" cy="36000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320"/>
              </a:spcBef>
              <a:spcAft>
                <a:spcPts val="0"/>
              </a:spcAft>
              <a:buClr>
                <a:schemeClr val="lt1"/>
              </a:buClr>
              <a:buSzPts val="1600"/>
              <a:buFont typeface="Arial"/>
              <a:buNone/>
              <a:defRPr b="0" i="0" sz="1600" u="none" cap="none" strike="noStrike">
                <a:solidFill>
                  <a:schemeClr val="lt1"/>
                </a:solidFill>
                <a:latin typeface="Titillium Web"/>
                <a:ea typeface="Titillium Web"/>
                <a:cs typeface="Titillium Web"/>
                <a:sym typeface="Titillium Web"/>
              </a:defRPr>
            </a:lvl1pPr>
            <a:lvl2pPr indent="-228600" lvl="1" marL="9144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Titillium Web"/>
                <a:ea typeface="Titillium Web"/>
                <a:cs typeface="Titillium Web"/>
                <a:sym typeface="Titillium Web"/>
              </a:defRPr>
            </a:lvl2pPr>
            <a:lvl3pPr indent="-228600" lvl="2" marL="1371600" marR="0" rtl="0" algn="l">
              <a:lnSpc>
                <a:spcPct val="100000"/>
              </a:lnSpc>
              <a:spcBef>
                <a:spcPts val="270"/>
              </a:spcBef>
              <a:spcAft>
                <a:spcPts val="0"/>
              </a:spcAft>
              <a:buClr>
                <a:schemeClr val="dk1"/>
              </a:buClr>
              <a:buSzPts val="1350"/>
              <a:buFont typeface="Arial"/>
              <a:buNone/>
              <a:defRPr b="0" i="0" sz="1350" u="none" cap="none" strike="noStrike">
                <a:solidFill>
                  <a:schemeClr val="dk1"/>
                </a:solidFill>
                <a:latin typeface="Titillium Web"/>
                <a:ea typeface="Titillium Web"/>
                <a:cs typeface="Titillium Web"/>
                <a:sym typeface="Titillium Web"/>
              </a:defRPr>
            </a:lvl3pPr>
            <a:lvl4pPr indent="-228600" lvl="3" marL="18288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4pPr>
            <a:lvl5pPr indent="-228600" lvl="4" marL="22860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27" name="Google Shape;27;p6"/>
          <p:cNvSpPr txBox="1"/>
          <p:nvPr/>
        </p:nvSpPr>
        <p:spPr>
          <a:xfrm>
            <a:off x="3358662" y="-1186962"/>
            <a:ext cx="0" cy="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67">
              <a:solidFill>
                <a:schemeClr val="dk1"/>
              </a:solidFill>
              <a:latin typeface="Arial"/>
              <a:ea typeface="Arial"/>
              <a:cs typeface="Arial"/>
              <a:sym typeface="Arial"/>
            </a:endParaRPr>
          </a:p>
        </p:txBody>
      </p:sp>
      <p:pic>
        <p:nvPicPr>
          <p:cNvPr id="28" name="Google Shape;28;p6"/>
          <p:cNvPicPr preferRelativeResize="0"/>
          <p:nvPr/>
        </p:nvPicPr>
        <p:blipFill rotWithShape="1">
          <a:blip r:embed="rId2">
            <a:alphaModFix/>
          </a:blip>
          <a:srcRect b="25283" l="-63" r="-133" t="-151"/>
          <a:stretch/>
        </p:blipFill>
        <p:spPr>
          <a:xfrm>
            <a:off x="-1" y="810000"/>
            <a:ext cx="12193589" cy="4140000"/>
          </a:xfrm>
          <a:prstGeom prst="rect">
            <a:avLst/>
          </a:prstGeom>
          <a:noFill/>
          <a:ln>
            <a:noFill/>
          </a:ln>
        </p:spPr>
      </p:pic>
      <p:cxnSp>
        <p:nvCxnSpPr>
          <p:cNvPr id="29" name="Google Shape;29;p6"/>
          <p:cNvCxnSpPr/>
          <p:nvPr/>
        </p:nvCxnSpPr>
        <p:spPr>
          <a:xfrm>
            <a:off x="-1" y="4950000"/>
            <a:ext cx="12186000" cy="0"/>
          </a:xfrm>
          <a:prstGeom prst="straightConnector1">
            <a:avLst/>
          </a:prstGeom>
          <a:noFill/>
          <a:ln cap="flat" cmpd="sng" w="19050">
            <a:solidFill>
              <a:srgbClr val="0C0C0C"/>
            </a:solidFill>
            <a:prstDash val="solid"/>
            <a:round/>
            <a:headEnd len="sm" w="sm" type="none"/>
            <a:tailEnd len="sm" w="sm" type="none"/>
          </a:ln>
        </p:spPr>
      </p:cxnSp>
      <p:sp>
        <p:nvSpPr>
          <p:cNvPr id="30" name="Google Shape;30;p6"/>
          <p:cNvSpPr txBox="1"/>
          <p:nvPr/>
        </p:nvSpPr>
        <p:spPr>
          <a:xfrm>
            <a:off x="630000" y="6318000"/>
            <a:ext cx="582683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rgbClr val="D8D8D8"/>
                </a:solidFill>
                <a:latin typeface="Calibri"/>
                <a:ea typeface="Calibri"/>
                <a:cs typeface="Calibri"/>
                <a:sym typeface="Calibri"/>
              </a:rPr>
              <a:t>ALL RIGHTS RESERVED. No part of this work may be reproduced in any form or by any means, electronic or mechanical, including photocopying, recording, or by any information storage and retrieval system without expressed written permission from the authors.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Main Slides - Top-Title">
  <p:cSld name="CFDS - Main Slides - Top-Title">
    <p:spTree>
      <p:nvGrpSpPr>
        <p:cNvPr id="31" name="Shape 31"/>
        <p:cNvGrpSpPr/>
        <p:nvPr/>
      </p:nvGrpSpPr>
      <p:grpSpPr>
        <a:xfrm>
          <a:off x="0" y="0"/>
          <a:ext cx="0" cy="0"/>
          <a:chOff x="0" y="0"/>
          <a:chExt cx="0" cy="0"/>
        </a:xfrm>
      </p:grpSpPr>
      <p:sp>
        <p:nvSpPr>
          <p:cNvPr id="32" name="Google Shape;32;p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lvl1pPr lvl="0" algn="r">
              <a:spcBef>
                <a:spcPts val="0"/>
              </a:spcBef>
              <a:spcAft>
                <a:spcPts val="0"/>
              </a:spcAft>
              <a:buClr>
                <a:schemeClr val="lt1"/>
              </a:buClr>
              <a:buSzPts val="3200"/>
              <a:buFont typeface="Titillium Web"/>
              <a:buNone/>
              <a:defRPr b="0" sz="3200">
                <a:solidFill>
                  <a:schemeClr val="lt1"/>
                </a:solidFill>
                <a:latin typeface="Titillium Web"/>
                <a:ea typeface="Titillium Web"/>
                <a:cs typeface="Titillium Web"/>
                <a:sym typeface="Titillium Web"/>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tillium Web"/>
                <a:ea typeface="Titillium Web"/>
                <a:cs typeface="Titillium Web"/>
                <a:sym typeface="Titillium Web"/>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tillium Web"/>
                <a:ea typeface="Titillium Web"/>
                <a:cs typeface="Titillium Web"/>
                <a:sym typeface="Titillium Web"/>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Titillium Web"/>
                <a:ea typeface="Titillium Web"/>
                <a:cs typeface="Titillium Web"/>
                <a:sym typeface="Titillium Web"/>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7"/>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chemeClr val="lt1"/>
                </a:solidFill>
                <a:latin typeface="Titillium Web"/>
                <a:ea typeface="Titillium Web"/>
                <a:cs typeface="Titillium Web"/>
                <a:sym typeface="Titillium Web"/>
              </a:defRPr>
            </a:lvl1pPr>
            <a:lvl2pPr indent="0" lvl="1" marL="0" algn="r">
              <a:spcBef>
                <a:spcPts val="0"/>
              </a:spcBef>
              <a:buNone/>
              <a:defRPr sz="1000">
                <a:solidFill>
                  <a:schemeClr val="lt1"/>
                </a:solidFill>
                <a:latin typeface="Titillium Web"/>
                <a:ea typeface="Titillium Web"/>
                <a:cs typeface="Titillium Web"/>
                <a:sym typeface="Titillium Web"/>
              </a:defRPr>
            </a:lvl2pPr>
            <a:lvl3pPr indent="0" lvl="2" marL="0" algn="r">
              <a:spcBef>
                <a:spcPts val="0"/>
              </a:spcBef>
              <a:buNone/>
              <a:defRPr sz="1000">
                <a:solidFill>
                  <a:schemeClr val="lt1"/>
                </a:solidFill>
                <a:latin typeface="Titillium Web"/>
                <a:ea typeface="Titillium Web"/>
                <a:cs typeface="Titillium Web"/>
                <a:sym typeface="Titillium Web"/>
              </a:defRPr>
            </a:lvl3pPr>
            <a:lvl4pPr indent="0" lvl="3" marL="0" algn="r">
              <a:spcBef>
                <a:spcPts val="0"/>
              </a:spcBef>
              <a:buNone/>
              <a:defRPr sz="1000">
                <a:solidFill>
                  <a:schemeClr val="lt1"/>
                </a:solidFill>
                <a:latin typeface="Titillium Web"/>
                <a:ea typeface="Titillium Web"/>
                <a:cs typeface="Titillium Web"/>
                <a:sym typeface="Titillium Web"/>
              </a:defRPr>
            </a:lvl4pPr>
            <a:lvl5pPr indent="0" lvl="4" marL="0" algn="r">
              <a:spcBef>
                <a:spcPts val="0"/>
              </a:spcBef>
              <a:buNone/>
              <a:defRPr sz="1000">
                <a:solidFill>
                  <a:schemeClr val="lt1"/>
                </a:solidFill>
                <a:latin typeface="Titillium Web"/>
                <a:ea typeface="Titillium Web"/>
                <a:cs typeface="Titillium Web"/>
                <a:sym typeface="Titillium Web"/>
              </a:defRPr>
            </a:lvl5pPr>
            <a:lvl6pPr indent="0" lvl="5" marL="0" algn="r">
              <a:spcBef>
                <a:spcPts val="0"/>
              </a:spcBef>
              <a:buNone/>
              <a:defRPr sz="1000">
                <a:solidFill>
                  <a:schemeClr val="lt1"/>
                </a:solidFill>
                <a:latin typeface="Titillium Web"/>
                <a:ea typeface="Titillium Web"/>
                <a:cs typeface="Titillium Web"/>
                <a:sym typeface="Titillium Web"/>
              </a:defRPr>
            </a:lvl6pPr>
            <a:lvl7pPr indent="0" lvl="6" marL="0" algn="r">
              <a:spcBef>
                <a:spcPts val="0"/>
              </a:spcBef>
              <a:buNone/>
              <a:defRPr sz="1000">
                <a:solidFill>
                  <a:schemeClr val="lt1"/>
                </a:solidFill>
                <a:latin typeface="Titillium Web"/>
                <a:ea typeface="Titillium Web"/>
                <a:cs typeface="Titillium Web"/>
                <a:sym typeface="Titillium Web"/>
              </a:defRPr>
            </a:lvl7pPr>
            <a:lvl8pPr indent="0" lvl="7" marL="0" algn="r">
              <a:spcBef>
                <a:spcPts val="0"/>
              </a:spcBef>
              <a:buNone/>
              <a:defRPr sz="1000">
                <a:solidFill>
                  <a:schemeClr val="lt1"/>
                </a:solidFill>
                <a:latin typeface="Titillium Web"/>
                <a:ea typeface="Titillium Web"/>
                <a:cs typeface="Titillium Web"/>
                <a:sym typeface="Titillium Web"/>
              </a:defRPr>
            </a:lvl8pPr>
            <a:lvl9pPr indent="0" lvl="8" marL="0" algn="r">
              <a:spcBef>
                <a:spcPts val="0"/>
              </a:spcBef>
              <a:buNone/>
              <a:defRPr sz="1000">
                <a:solidFill>
                  <a:schemeClr val="lt1"/>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US"/>
              <a:t>‹#›</a:t>
            </a:fld>
            <a:endParaRPr/>
          </a:p>
        </p:txBody>
      </p:sp>
      <p:sp>
        <p:nvSpPr>
          <p:cNvPr id="35" name="Google Shape;35;p7"/>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000">
                <a:solidFill>
                  <a:schemeClr val="lt1"/>
                </a:solidFill>
                <a:latin typeface="Titillium Web"/>
                <a:ea typeface="Titillium Web"/>
                <a:cs typeface="Titillium Web"/>
                <a:sym typeface="Titillium Web"/>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890">
          <p15:clr>
            <a:srgbClr val="FBAE40"/>
          </p15:clr>
        </p15:guide>
        <p15:guide id="2" orient="horz" pos="4020">
          <p15:clr>
            <a:srgbClr val="FBAE40"/>
          </p15:clr>
        </p15:guide>
        <p15:guide id="3" pos="439">
          <p15:clr>
            <a:srgbClr val="FBAE40"/>
          </p15:clr>
        </p15:guide>
        <p15:guide id="4" pos="724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Main Slides - In-Title">
  <p:cSld name="CFDS - Main Slides - In-Title">
    <p:spTree>
      <p:nvGrpSpPr>
        <p:cNvPr id="36" name="Shape 36"/>
        <p:cNvGrpSpPr/>
        <p:nvPr/>
      </p:nvGrpSpPr>
      <p:grpSpPr>
        <a:xfrm>
          <a:off x="0" y="0"/>
          <a:ext cx="0" cy="0"/>
          <a:chOff x="0" y="0"/>
          <a:chExt cx="0" cy="0"/>
        </a:xfrm>
      </p:grpSpPr>
      <p:sp>
        <p:nvSpPr>
          <p:cNvPr id="37" name="Google Shape;37;p8"/>
          <p:cNvSpPr txBox="1"/>
          <p:nvPr>
            <p:ph type="title"/>
          </p:nvPr>
        </p:nvSpPr>
        <p:spPr>
          <a:xfrm>
            <a:off x="720000" y="1080000"/>
            <a:ext cx="10730589" cy="370800"/>
          </a:xfrm>
          <a:prstGeom prst="rect">
            <a:avLst/>
          </a:prstGeom>
          <a:noFill/>
          <a:ln>
            <a:noFill/>
          </a:ln>
        </p:spPr>
        <p:txBody>
          <a:bodyPr anchorCtr="0" anchor="ctr" bIns="0" lIns="0" spcFirstLastPara="1" rIns="0" wrap="square" tIns="0">
            <a:noAutofit/>
          </a:bodyPr>
          <a:lstStyle>
            <a:lvl1pPr lvl="0" algn="l">
              <a:spcBef>
                <a:spcPts val="0"/>
              </a:spcBef>
              <a:spcAft>
                <a:spcPts val="0"/>
              </a:spcAft>
              <a:buClr>
                <a:schemeClr val="dk1"/>
              </a:buClr>
              <a:buSzPts val="2800"/>
              <a:buFont typeface="Titillium Web"/>
              <a:buNone/>
              <a:defRPr b="1" sz="2800">
                <a:solidFill>
                  <a:schemeClr val="dk1"/>
                </a:solidFill>
                <a:latin typeface="Titillium Web"/>
                <a:ea typeface="Titillium Web"/>
                <a:cs typeface="Titillium Web"/>
                <a:sym typeface="Titillium Web"/>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
          <p:cNvSpPr txBox="1"/>
          <p:nvPr>
            <p:ph idx="1" type="body"/>
          </p:nvPr>
        </p:nvSpPr>
        <p:spPr>
          <a:xfrm>
            <a:off x="719999" y="1800000"/>
            <a:ext cx="10753200" cy="4590000"/>
          </a:xfrm>
          <a:prstGeom prst="rect">
            <a:avLst/>
          </a:prstGeom>
          <a:noFill/>
          <a:ln>
            <a:noFill/>
          </a:ln>
        </p:spPr>
        <p:txBody>
          <a:bodyPr anchorCtr="0" anchor="t" bIns="0" lIns="0" spcFirstLastPara="1" rIns="0" wrap="square" tIns="0">
            <a:no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tillium Web"/>
                <a:ea typeface="Titillium Web"/>
                <a:cs typeface="Titillium Web"/>
                <a:sym typeface="Titillium Web"/>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tillium Web"/>
                <a:ea typeface="Titillium Web"/>
                <a:cs typeface="Titillium Web"/>
                <a:sym typeface="Titillium Web"/>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Titillium Web"/>
                <a:ea typeface="Titillium Web"/>
                <a:cs typeface="Titillium Web"/>
                <a:sym typeface="Titillium Web"/>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 name="Google Shape;39;p8"/>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chemeClr val="lt1"/>
                </a:solidFill>
                <a:latin typeface="Titillium Web"/>
                <a:ea typeface="Titillium Web"/>
                <a:cs typeface="Titillium Web"/>
                <a:sym typeface="Titillium Web"/>
              </a:defRPr>
            </a:lvl1pPr>
            <a:lvl2pPr indent="0" lvl="1" marL="0" algn="r">
              <a:spcBef>
                <a:spcPts val="0"/>
              </a:spcBef>
              <a:buNone/>
              <a:defRPr sz="1000">
                <a:solidFill>
                  <a:schemeClr val="lt1"/>
                </a:solidFill>
                <a:latin typeface="Titillium Web"/>
                <a:ea typeface="Titillium Web"/>
                <a:cs typeface="Titillium Web"/>
                <a:sym typeface="Titillium Web"/>
              </a:defRPr>
            </a:lvl2pPr>
            <a:lvl3pPr indent="0" lvl="2" marL="0" algn="r">
              <a:spcBef>
                <a:spcPts val="0"/>
              </a:spcBef>
              <a:buNone/>
              <a:defRPr sz="1000">
                <a:solidFill>
                  <a:schemeClr val="lt1"/>
                </a:solidFill>
                <a:latin typeface="Titillium Web"/>
                <a:ea typeface="Titillium Web"/>
                <a:cs typeface="Titillium Web"/>
                <a:sym typeface="Titillium Web"/>
              </a:defRPr>
            </a:lvl3pPr>
            <a:lvl4pPr indent="0" lvl="3" marL="0" algn="r">
              <a:spcBef>
                <a:spcPts val="0"/>
              </a:spcBef>
              <a:buNone/>
              <a:defRPr sz="1000">
                <a:solidFill>
                  <a:schemeClr val="lt1"/>
                </a:solidFill>
                <a:latin typeface="Titillium Web"/>
                <a:ea typeface="Titillium Web"/>
                <a:cs typeface="Titillium Web"/>
                <a:sym typeface="Titillium Web"/>
              </a:defRPr>
            </a:lvl4pPr>
            <a:lvl5pPr indent="0" lvl="4" marL="0" algn="r">
              <a:spcBef>
                <a:spcPts val="0"/>
              </a:spcBef>
              <a:buNone/>
              <a:defRPr sz="1000">
                <a:solidFill>
                  <a:schemeClr val="lt1"/>
                </a:solidFill>
                <a:latin typeface="Titillium Web"/>
                <a:ea typeface="Titillium Web"/>
                <a:cs typeface="Titillium Web"/>
                <a:sym typeface="Titillium Web"/>
              </a:defRPr>
            </a:lvl5pPr>
            <a:lvl6pPr indent="0" lvl="5" marL="0" algn="r">
              <a:spcBef>
                <a:spcPts val="0"/>
              </a:spcBef>
              <a:buNone/>
              <a:defRPr sz="1000">
                <a:solidFill>
                  <a:schemeClr val="lt1"/>
                </a:solidFill>
                <a:latin typeface="Titillium Web"/>
                <a:ea typeface="Titillium Web"/>
                <a:cs typeface="Titillium Web"/>
                <a:sym typeface="Titillium Web"/>
              </a:defRPr>
            </a:lvl6pPr>
            <a:lvl7pPr indent="0" lvl="6" marL="0" algn="r">
              <a:spcBef>
                <a:spcPts val="0"/>
              </a:spcBef>
              <a:buNone/>
              <a:defRPr sz="1000">
                <a:solidFill>
                  <a:schemeClr val="lt1"/>
                </a:solidFill>
                <a:latin typeface="Titillium Web"/>
                <a:ea typeface="Titillium Web"/>
                <a:cs typeface="Titillium Web"/>
                <a:sym typeface="Titillium Web"/>
              </a:defRPr>
            </a:lvl7pPr>
            <a:lvl8pPr indent="0" lvl="7" marL="0" algn="r">
              <a:spcBef>
                <a:spcPts val="0"/>
              </a:spcBef>
              <a:buNone/>
              <a:defRPr sz="1000">
                <a:solidFill>
                  <a:schemeClr val="lt1"/>
                </a:solidFill>
                <a:latin typeface="Titillium Web"/>
                <a:ea typeface="Titillium Web"/>
                <a:cs typeface="Titillium Web"/>
                <a:sym typeface="Titillium Web"/>
              </a:defRPr>
            </a:lvl8pPr>
            <a:lvl9pPr indent="0" lvl="8" marL="0" algn="r">
              <a:spcBef>
                <a:spcPts val="0"/>
              </a:spcBef>
              <a:buNone/>
              <a:defRPr sz="1000">
                <a:solidFill>
                  <a:schemeClr val="lt1"/>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8"/>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000">
                <a:solidFill>
                  <a:schemeClr val="lt1"/>
                </a:solidFill>
                <a:latin typeface="Titillium Web"/>
                <a:ea typeface="Titillium Web"/>
                <a:cs typeface="Titillium Web"/>
                <a:sym typeface="Titillium Web"/>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439">
          <p15:clr>
            <a:srgbClr val="FBAE40"/>
          </p15:clr>
        </p15:guide>
        <p15:guide id="2" pos="7242">
          <p15:clr>
            <a:srgbClr val="FBAE40"/>
          </p15:clr>
        </p15:guide>
        <p15:guide id="3" orient="horz" pos="1117">
          <p15:clr>
            <a:srgbClr val="547EBF"/>
          </p15:clr>
        </p15:guide>
        <p15:guide id="4" orient="horz" pos="4020">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Empty Slide" type="blank">
  <p:cSld name="BLANK">
    <p:spTree>
      <p:nvGrpSpPr>
        <p:cNvPr id="41" name="Shape 41"/>
        <p:cNvGrpSpPr/>
        <p:nvPr/>
      </p:nvGrpSpPr>
      <p:grpSpPr>
        <a:xfrm>
          <a:off x="0" y="0"/>
          <a:ext cx="0" cy="0"/>
          <a:chOff x="0" y="0"/>
          <a:chExt cx="0" cy="0"/>
        </a:xfrm>
      </p:grpSpPr>
      <p:sp>
        <p:nvSpPr>
          <p:cNvPr id="42" name="Google Shape;42;p9"/>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chemeClr val="lt1"/>
                </a:solidFill>
                <a:latin typeface="Titillium Web"/>
                <a:ea typeface="Titillium Web"/>
                <a:cs typeface="Titillium Web"/>
                <a:sym typeface="Titillium Web"/>
              </a:defRPr>
            </a:lvl1pPr>
            <a:lvl2pPr indent="0" lvl="1" marL="0" algn="r">
              <a:spcBef>
                <a:spcPts val="0"/>
              </a:spcBef>
              <a:buNone/>
              <a:defRPr sz="1000">
                <a:solidFill>
                  <a:schemeClr val="lt1"/>
                </a:solidFill>
                <a:latin typeface="Titillium Web"/>
                <a:ea typeface="Titillium Web"/>
                <a:cs typeface="Titillium Web"/>
                <a:sym typeface="Titillium Web"/>
              </a:defRPr>
            </a:lvl2pPr>
            <a:lvl3pPr indent="0" lvl="2" marL="0" algn="r">
              <a:spcBef>
                <a:spcPts val="0"/>
              </a:spcBef>
              <a:buNone/>
              <a:defRPr sz="1000">
                <a:solidFill>
                  <a:schemeClr val="lt1"/>
                </a:solidFill>
                <a:latin typeface="Titillium Web"/>
                <a:ea typeface="Titillium Web"/>
                <a:cs typeface="Titillium Web"/>
                <a:sym typeface="Titillium Web"/>
              </a:defRPr>
            </a:lvl3pPr>
            <a:lvl4pPr indent="0" lvl="3" marL="0" algn="r">
              <a:spcBef>
                <a:spcPts val="0"/>
              </a:spcBef>
              <a:buNone/>
              <a:defRPr sz="1000">
                <a:solidFill>
                  <a:schemeClr val="lt1"/>
                </a:solidFill>
                <a:latin typeface="Titillium Web"/>
                <a:ea typeface="Titillium Web"/>
                <a:cs typeface="Titillium Web"/>
                <a:sym typeface="Titillium Web"/>
              </a:defRPr>
            </a:lvl4pPr>
            <a:lvl5pPr indent="0" lvl="4" marL="0" algn="r">
              <a:spcBef>
                <a:spcPts val="0"/>
              </a:spcBef>
              <a:buNone/>
              <a:defRPr sz="1000">
                <a:solidFill>
                  <a:schemeClr val="lt1"/>
                </a:solidFill>
                <a:latin typeface="Titillium Web"/>
                <a:ea typeface="Titillium Web"/>
                <a:cs typeface="Titillium Web"/>
                <a:sym typeface="Titillium Web"/>
              </a:defRPr>
            </a:lvl5pPr>
            <a:lvl6pPr indent="0" lvl="5" marL="0" algn="r">
              <a:spcBef>
                <a:spcPts val="0"/>
              </a:spcBef>
              <a:buNone/>
              <a:defRPr sz="1000">
                <a:solidFill>
                  <a:schemeClr val="lt1"/>
                </a:solidFill>
                <a:latin typeface="Titillium Web"/>
                <a:ea typeface="Titillium Web"/>
                <a:cs typeface="Titillium Web"/>
                <a:sym typeface="Titillium Web"/>
              </a:defRPr>
            </a:lvl6pPr>
            <a:lvl7pPr indent="0" lvl="6" marL="0" algn="r">
              <a:spcBef>
                <a:spcPts val="0"/>
              </a:spcBef>
              <a:buNone/>
              <a:defRPr sz="1000">
                <a:solidFill>
                  <a:schemeClr val="lt1"/>
                </a:solidFill>
                <a:latin typeface="Titillium Web"/>
                <a:ea typeface="Titillium Web"/>
                <a:cs typeface="Titillium Web"/>
                <a:sym typeface="Titillium Web"/>
              </a:defRPr>
            </a:lvl7pPr>
            <a:lvl8pPr indent="0" lvl="7" marL="0" algn="r">
              <a:spcBef>
                <a:spcPts val="0"/>
              </a:spcBef>
              <a:buNone/>
              <a:defRPr sz="1000">
                <a:solidFill>
                  <a:schemeClr val="lt1"/>
                </a:solidFill>
                <a:latin typeface="Titillium Web"/>
                <a:ea typeface="Titillium Web"/>
                <a:cs typeface="Titillium Web"/>
                <a:sym typeface="Titillium Web"/>
              </a:defRPr>
            </a:lvl8pPr>
            <a:lvl9pPr indent="0" lvl="8" marL="0" algn="r">
              <a:spcBef>
                <a:spcPts val="0"/>
              </a:spcBef>
              <a:buNone/>
              <a:defRPr sz="1000">
                <a:solidFill>
                  <a:schemeClr val="lt1"/>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9"/>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000">
                <a:solidFill>
                  <a:schemeClr val="lt1"/>
                </a:solidFill>
                <a:latin typeface="Titillium Web"/>
                <a:ea typeface="Titillium Web"/>
                <a:cs typeface="Titillium Web"/>
                <a:sym typeface="Titillium Web"/>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Last Slide">
  <p:cSld name="CFDS - Last Slide">
    <p:spTree>
      <p:nvGrpSpPr>
        <p:cNvPr id="44" name="Shape 44"/>
        <p:cNvGrpSpPr/>
        <p:nvPr/>
      </p:nvGrpSpPr>
      <p:grpSpPr>
        <a:xfrm>
          <a:off x="0" y="0"/>
          <a:ext cx="0" cy="0"/>
          <a:chOff x="0" y="0"/>
          <a:chExt cx="0" cy="0"/>
        </a:xfrm>
      </p:grpSpPr>
      <p:sp>
        <p:nvSpPr>
          <p:cNvPr id="45" name="Google Shape;45;p10"/>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10"/>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0"/>
          <p:cNvSpPr/>
          <p:nvPr/>
        </p:nvSpPr>
        <p:spPr>
          <a:xfrm>
            <a:off x="0" y="808038"/>
            <a:ext cx="12193200" cy="5886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67">
              <a:solidFill>
                <a:schemeClr val="dk1"/>
              </a:solidFill>
              <a:latin typeface="Arial"/>
              <a:ea typeface="Arial"/>
              <a:cs typeface="Arial"/>
              <a:sym typeface="Arial"/>
            </a:endParaRPr>
          </a:p>
        </p:txBody>
      </p:sp>
      <p:pic>
        <p:nvPicPr>
          <p:cNvPr id="48" name="Google Shape;48;p10"/>
          <p:cNvPicPr preferRelativeResize="0"/>
          <p:nvPr/>
        </p:nvPicPr>
        <p:blipFill rotWithShape="1">
          <a:blip r:embed="rId2">
            <a:alphaModFix/>
          </a:blip>
          <a:srcRect b="28637" l="0" r="0" t="12018"/>
          <a:stretch/>
        </p:blipFill>
        <p:spPr>
          <a:xfrm>
            <a:off x="794" y="825910"/>
            <a:ext cx="12192000" cy="4739148"/>
          </a:xfrm>
          <a:prstGeom prst="rect">
            <a:avLst/>
          </a:prstGeom>
          <a:noFill/>
          <a:ln>
            <a:noFill/>
          </a:ln>
        </p:spPr>
      </p:pic>
      <p:cxnSp>
        <p:nvCxnSpPr>
          <p:cNvPr id="49" name="Google Shape;49;p10"/>
          <p:cNvCxnSpPr/>
          <p:nvPr/>
        </p:nvCxnSpPr>
        <p:spPr>
          <a:xfrm>
            <a:off x="-1" y="5580000"/>
            <a:ext cx="12186000" cy="0"/>
          </a:xfrm>
          <a:prstGeom prst="straightConnector1">
            <a:avLst/>
          </a:prstGeom>
          <a:noFill/>
          <a:ln cap="flat" cmpd="sng" w="19050">
            <a:solidFill>
              <a:srgbClr val="0C0C0C"/>
            </a:solidFill>
            <a:prstDash val="solid"/>
            <a:round/>
            <a:headEnd len="sm" w="sm" type="none"/>
            <a:tailEnd len="sm" w="sm" type="none"/>
          </a:ln>
        </p:spPr>
      </p:cxnSp>
      <p:sp>
        <p:nvSpPr>
          <p:cNvPr id="50" name="Google Shape;50;p10"/>
          <p:cNvSpPr txBox="1"/>
          <p:nvPr>
            <p:ph type="title"/>
          </p:nvPr>
        </p:nvSpPr>
        <p:spPr>
          <a:xfrm>
            <a:off x="696913" y="5841328"/>
            <a:ext cx="8233200" cy="5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3200"/>
              <a:buFont typeface="Titillium Web"/>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p:nvPr/>
        </p:nvSpPr>
        <p:spPr>
          <a:xfrm>
            <a:off x="0" y="6678000"/>
            <a:ext cx="12193588" cy="180000"/>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1" name="Google Shape;11;p5"/>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lt1"/>
                </a:solidFill>
                <a:latin typeface="Titillium Web"/>
                <a:ea typeface="Titillium Web"/>
                <a:cs typeface="Titillium Web"/>
                <a:sym typeface="Titillium Web"/>
              </a:defRPr>
            </a:lvl1pPr>
            <a:lvl2pPr indent="0" lvl="1" marL="0" marR="0" rtl="0" algn="r">
              <a:spcBef>
                <a:spcPts val="0"/>
              </a:spcBef>
              <a:buNone/>
              <a:defRPr b="0" i="0" sz="1000" u="none" cap="none" strike="noStrike">
                <a:solidFill>
                  <a:schemeClr val="lt1"/>
                </a:solidFill>
                <a:latin typeface="Titillium Web"/>
                <a:ea typeface="Titillium Web"/>
                <a:cs typeface="Titillium Web"/>
                <a:sym typeface="Titillium Web"/>
              </a:defRPr>
            </a:lvl2pPr>
            <a:lvl3pPr indent="0" lvl="2" marL="0" marR="0" rtl="0" algn="r">
              <a:spcBef>
                <a:spcPts val="0"/>
              </a:spcBef>
              <a:buNone/>
              <a:defRPr b="0" i="0" sz="1000" u="none" cap="none" strike="noStrike">
                <a:solidFill>
                  <a:schemeClr val="lt1"/>
                </a:solidFill>
                <a:latin typeface="Titillium Web"/>
                <a:ea typeface="Titillium Web"/>
                <a:cs typeface="Titillium Web"/>
                <a:sym typeface="Titillium Web"/>
              </a:defRPr>
            </a:lvl3pPr>
            <a:lvl4pPr indent="0" lvl="3" marL="0" marR="0" rtl="0" algn="r">
              <a:spcBef>
                <a:spcPts val="0"/>
              </a:spcBef>
              <a:buNone/>
              <a:defRPr b="0" i="0" sz="1000" u="none" cap="none" strike="noStrike">
                <a:solidFill>
                  <a:schemeClr val="lt1"/>
                </a:solidFill>
                <a:latin typeface="Titillium Web"/>
                <a:ea typeface="Titillium Web"/>
                <a:cs typeface="Titillium Web"/>
                <a:sym typeface="Titillium Web"/>
              </a:defRPr>
            </a:lvl4pPr>
            <a:lvl5pPr indent="0" lvl="4" marL="0" marR="0" rtl="0" algn="r">
              <a:spcBef>
                <a:spcPts val="0"/>
              </a:spcBef>
              <a:buNone/>
              <a:defRPr b="0" i="0" sz="1000" u="none" cap="none" strike="noStrike">
                <a:solidFill>
                  <a:schemeClr val="lt1"/>
                </a:solidFill>
                <a:latin typeface="Titillium Web"/>
                <a:ea typeface="Titillium Web"/>
                <a:cs typeface="Titillium Web"/>
                <a:sym typeface="Titillium Web"/>
              </a:defRPr>
            </a:lvl5pPr>
            <a:lvl6pPr indent="0" lvl="5" marL="0" marR="0" rtl="0" algn="r">
              <a:spcBef>
                <a:spcPts val="0"/>
              </a:spcBef>
              <a:buNone/>
              <a:defRPr b="0" i="0" sz="1000" u="none" cap="none" strike="noStrike">
                <a:solidFill>
                  <a:schemeClr val="lt1"/>
                </a:solidFill>
                <a:latin typeface="Titillium Web"/>
                <a:ea typeface="Titillium Web"/>
                <a:cs typeface="Titillium Web"/>
                <a:sym typeface="Titillium Web"/>
              </a:defRPr>
            </a:lvl6pPr>
            <a:lvl7pPr indent="0" lvl="6" marL="0" marR="0" rtl="0" algn="r">
              <a:spcBef>
                <a:spcPts val="0"/>
              </a:spcBef>
              <a:buNone/>
              <a:defRPr b="0" i="0" sz="1000" u="none" cap="none" strike="noStrike">
                <a:solidFill>
                  <a:schemeClr val="lt1"/>
                </a:solidFill>
                <a:latin typeface="Titillium Web"/>
                <a:ea typeface="Titillium Web"/>
                <a:cs typeface="Titillium Web"/>
                <a:sym typeface="Titillium Web"/>
              </a:defRPr>
            </a:lvl7pPr>
            <a:lvl8pPr indent="0" lvl="7" marL="0" marR="0" rtl="0" algn="r">
              <a:spcBef>
                <a:spcPts val="0"/>
              </a:spcBef>
              <a:buNone/>
              <a:defRPr b="0" i="0" sz="1000" u="none" cap="none" strike="noStrike">
                <a:solidFill>
                  <a:schemeClr val="lt1"/>
                </a:solidFill>
                <a:latin typeface="Titillium Web"/>
                <a:ea typeface="Titillium Web"/>
                <a:cs typeface="Titillium Web"/>
                <a:sym typeface="Titillium Web"/>
              </a:defRPr>
            </a:lvl8pPr>
            <a:lvl9pPr indent="0" lvl="8" marL="0" marR="0" rtl="0" algn="r">
              <a:spcBef>
                <a:spcPts val="0"/>
              </a:spcBef>
              <a:buNone/>
              <a:defRPr b="0" i="0" sz="1000" u="none" cap="none" strike="noStrike">
                <a:solidFill>
                  <a:schemeClr val="lt1"/>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US"/>
              <a:t>‹#›</a:t>
            </a:fld>
            <a:endParaRPr/>
          </a:p>
        </p:txBody>
      </p:sp>
      <p:pic>
        <p:nvPicPr>
          <p:cNvPr id="12" name="Google Shape;12;p5"/>
          <p:cNvPicPr preferRelativeResize="0"/>
          <p:nvPr/>
        </p:nvPicPr>
        <p:blipFill rotWithShape="1">
          <a:blip r:embed="rId1">
            <a:alphaModFix/>
          </a:blip>
          <a:srcRect b="0" l="0" r="0" t="0"/>
          <a:stretch/>
        </p:blipFill>
        <p:spPr>
          <a:xfrm>
            <a:off x="540000" y="180000"/>
            <a:ext cx="2371115" cy="626251"/>
          </a:xfrm>
          <a:prstGeom prst="rect">
            <a:avLst/>
          </a:prstGeom>
          <a:noFill/>
          <a:ln>
            <a:noFill/>
          </a:ln>
        </p:spPr>
      </p:pic>
      <p:sp>
        <p:nvSpPr>
          <p:cNvPr id="13" name="Google Shape;13;p5"/>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lt1"/>
                </a:solidFill>
                <a:latin typeface="Titillium Web"/>
                <a:ea typeface="Titillium Web"/>
                <a:cs typeface="Titillium Web"/>
                <a:sym typeface="Titillium Web"/>
              </a:defRPr>
            </a:lvl1pPr>
            <a:lvl2pPr lvl="1" marR="0" rtl="0" algn="l">
              <a:spcBef>
                <a:spcPts val="0"/>
              </a:spcBef>
              <a:spcAft>
                <a:spcPts val="0"/>
              </a:spcAft>
              <a:buSzPts val="1400"/>
              <a:buNone/>
              <a:defRPr b="0" i="0" sz="1867"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67"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67"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67"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67"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67"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67"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67" u="none" cap="none" strike="noStrike">
                <a:solidFill>
                  <a:schemeClr val="dk1"/>
                </a:solidFill>
                <a:latin typeface="Arial"/>
                <a:ea typeface="Arial"/>
                <a:cs typeface="Arial"/>
                <a:sym typeface="Arial"/>
              </a:defRPr>
            </a:lvl9pPr>
          </a:lstStyle>
          <a:p/>
        </p:txBody>
      </p:sp>
      <p:sp>
        <p:nvSpPr>
          <p:cNvPr id="14" name="Google Shape;14;p5"/>
          <p:cNvSpPr txBox="1"/>
          <p:nvPr>
            <p:ph type="title"/>
          </p:nvPr>
        </p:nvSpPr>
        <p:spPr>
          <a:xfrm>
            <a:off x="3240000" y="288000"/>
            <a:ext cx="8233200" cy="540000"/>
          </a:xfrm>
          <a:prstGeom prst="rect">
            <a:avLst/>
          </a:prstGeom>
          <a:noFill/>
          <a:ln>
            <a:noFill/>
          </a:ln>
        </p:spPr>
        <p:txBody>
          <a:bodyPr anchorCtr="0" anchor="ctr" bIns="45700" lIns="91425" spcFirstLastPara="1" rIns="91425" wrap="square" tIns="45700">
            <a:normAutofit/>
          </a:bodyPr>
          <a:lstStyle>
            <a:lvl1pPr lvl="0" marR="0" rtl="0" algn="r">
              <a:spcBef>
                <a:spcPts val="0"/>
              </a:spcBef>
              <a:spcAft>
                <a:spcPts val="0"/>
              </a:spcAft>
              <a:buClr>
                <a:srgbClr val="262626"/>
              </a:buClr>
              <a:buSzPts val="3200"/>
              <a:buFont typeface="Titillium Web"/>
              <a:buNone/>
              <a:defRPr b="0" i="0" sz="3200" u="none" cap="none" strike="noStrike">
                <a:solidFill>
                  <a:srgbClr val="262626"/>
                </a:solidFill>
                <a:latin typeface="Titillium Web"/>
                <a:ea typeface="Titillium Web"/>
                <a:cs typeface="Titillium Web"/>
                <a:sym typeface="Titillium Web"/>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5"/>
          <p:cNvSpPr/>
          <p:nvPr/>
        </p:nvSpPr>
        <p:spPr>
          <a:xfrm>
            <a:off x="0" y="0"/>
            <a:ext cx="12193588" cy="828675"/>
          </a:xfrm>
          <a:prstGeom prst="rect">
            <a:avLst/>
          </a:prstGeom>
          <a:solidFill>
            <a:srgbClr val="3F3F3F">
              <a:alpha val="9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pic>
        <p:nvPicPr>
          <p:cNvPr descr="FDS_logo-white.png" id="16" name="Google Shape;16;p5"/>
          <p:cNvPicPr preferRelativeResize="0"/>
          <p:nvPr/>
        </p:nvPicPr>
        <p:blipFill rotWithShape="1">
          <a:blip r:embed="rId2">
            <a:alphaModFix/>
          </a:blip>
          <a:srcRect b="0" l="0" r="0" t="0"/>
          <a:stretch/>
        </p:blipFill>
        <p:spPr>
          <a:xfrm>
            <a:off x="323528" y="44624"/>
            <a:ext cx="1512168" cy="554462"/>
          </a:xfrm>
          <a:prstGeom prst="rect">
            <a:avLst/>
          </a:prstGeom>
          <a:noFill/>
          <a:ln>
            <a:noFill/>
          </a:ln>
        </p:spPr>
      </p:pic>
      <p:sp>
        <p:nvSpPr>
          <p:cNvPr id="17" name="Google Shape;17;p5"/>
          <p:cNvSpPr/>
          <p:nvPr/>
        </p:nvSpPr>
        <p:spPr>
          <a:xfrm>
            <a:off x="0" y="720725"/>
            <a:ext cx="5759450" cy="107950"/>
          </a:xfrm>
          <a:prstGeom prst="rect">
            <a:avLst/>
          </a:prstGeom>
          <a:solidFill>
            <a:srgbClr val="F26901">
              <a:alpha val="9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18" name="Google Shape;18;p5"/>
          <p:cNvSpPr/>
          <p:nvPr/>
        </p:nvSpPr>
        <p:spPr>
          <a:xfrm>
            <a:off x="0" y="720725"/>
            <a:ext cx="4319588" cy="107950"/>
          </a:xfrm>
          <a:prstGeom prst="rect">
            <a:avLst/>
          </a:prstGeom>
          <a:solidFill>
            <a:srgbClr val="FF960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19" name="Google Shape;19;p5"/>
          <p:cNvSpPr/>
          <p:nvPr/>
        </p:nvSpPr>
        <p:spPr>
          <a:xfrm>
            <a:off x="0" y="720000"/>
            <a:ext cx="2232248" cy="107950"/>
          </a:xfrm>
          <a:prstGeom prst="rect">
            <a:avLst/>
          </a:prstGeom>
          <a:solidFill>
            <a:srgbClr val="FFCC0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cxnSp>
        <p:nvCxnSpPr>
          <p:cNvPr id="20" name="Google Shape;20;p5"/>
          <p:cNvCxnSpPr/>
          <p:nvPr/>
        </p:nvCxnSpPr>
        <p:spPr>
          <a:xfrm>
            <a:off x="-609301" y="6678000"/>
            <a:ext cx="13404600" cy="0"/>
          </a:xfrm>
          <a:prstGeom prst="straightConnector1">
            <a:avLst/>
          </a:prstGeom>
          <a:noFill/>
          <a:ln cap="flat" cmpd="sng" w="12700">
            <a:solidFill>
              <a:schemeClr val="dk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
          <p:cNvSpPr txBox="1"/>
          <p:nvPr>
            <p:ph idx="1" type="subTitle"/>
          </p:nvPr>
        </p:nvSpPr>
        <p:spPr>
          <a:xfrm>
            <a:off x="720000" y="5220000"/>
            <a:ext cx="8640000" cy="27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1600"/>
              <a:buNone/>
            </a:pPr>
            <a:r>
              <a:rPr lang="en-US"/>
              <a:t>Chartered Financial Data Scientist (CFDS)</a:t>
            </a:r>
            <a:endParaRPr/>
          </a:p>
        </p:txBody>
      </p:sp>
      <p:sp>
        <p:nvSpPr>
          <p:cNvPr id="57" name="Google Shape;57;p1"/>
          <p:cNvSpPr txBox="1"/>
          <p:nvPr>
            <p:ph type="title"/>
          </p:nvPr>
        </p:nvSpPr>
        <p:spPr>
          <a:xfrm>
            <a:off x="720000" y="5490000"/>
            <a:ext cx="8640000" cy="5400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chemeClr val="dk1"/>
              </a:buClr>
              <a:buSzPts val="1100"/>
              <a:buFont typeface="Arial"/>
              <a:buNone/>
            </a:pPr>
            <a:r>
              <a:rPr b="1" lang="en-US" sz="1600">
                <a:latin typeface="Calibri"/>
                <a:ea typeface="Calibri"/>
                <a:cs typeface="Calibri"/>
                <a:sym typeface="Calibri"/>
              </a:rPr>
              <a:t>Study on the Tail Distribution of Stock Returns: From Empirical Analysis to Factor Explanations</a:t>
            </a:r>
            <a:endParaRPr sz="3800"/>
          </a:p>
        </p:txBody>
      </p:sp>
      <p:sp>
        <p:nvSpPr>
          <p:cNvPr id="58" name="Google Shape;58;p1"/>
          <p:cNvSpPr txBox="1"/>
          <p:nvPr>
            <p:ph idx="2" type="body"/>
          </p:nvPr>
        </p:nvSpPr>
        <p:spPr>
          <a:xfrm>
            <a:off x="720000" y="6030000"/>
            <a:ext cx="8640000" cy="360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600"/>
              <a:buFont typeface="Arial"/>
              <a:buNone/>
            </a:pPr>
            <a:r>
              <a:rPr lang="en-US"/>
              <a:t>CFDS-11 – Project Presentation - Pierre Nibéron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type="title"/>
          </p:nvPr>
        </p:nvSpPr>
        <p:spPr>
          <a:xfrm>
            <a:off x="3240000" y="116632"/>
            <a:ext cx="8233200" cy="5400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Clr>
                <a:schemeClr val="lt1"/>
              </a:buClr>
              <a:buSzPts val="3200"/>
              <a:buFont typeface="Titillium Web"/>
              <a:buNone/>
            </a:pPr>
            <a:r>
              <a:rPr lang="en-US"/>
              <a:t>Contents</a:t>
            </a:r>
            <a:endParaRPr/>
          </a:p>
        </p:txBody>
      </p:sp>
      <p:sp>
        <p:nvSpPr>
          <p:cNvPr id="65" name="Google Shape;65;p2"/>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sz="2400"/>
              <a:t>Motivation</a:t>
            </a:r>
            <a:endParaRPr/>
          </a:p>
          <a:p>
            <a:pPr indent="-342900" lvl="0" marL="342900" rtl="0" algn="l">
              <a:lnSpc>
                <a:spcPct val="100000"/>
              </a:lnSpc>
              <a:spcBef>
                <a:spcPts val="480"/>
              </a:spcBef>
              <a:spcAft>
                <a:spcPts val="0"/>
              </a:spcAft>
              <a:buClr>
                <a:schemeClr val="dk1"/>
              </a:buClr>
              <a:buSzPts val="2400"/>
              <a:buFont typeface="Arial"/>
              <a:buChar char="•"/>
            </a:pPr>
            <a:r>
              <a:rPr lang="en-US" sz="2400"/>
              <a:t>Problem Description</a:t>
            </a:r>
            <a:endParaRPr/>
          </a:p>
          <a:p>
            <a:pPr indent="-342900" lvl="0" marL="342900" rtl="0" algn="l">
              <a:lnSpc>
                <a:spcPct val="100000"/>
              </a:lnSpc>
              <a:spcBef>
                <a:spcPts val="480"/>
              </a:spcBef>
              <a:spcAft>
                <a:spcPts val="0"/>
              </a:spcAft>
              <a:buClr>
                <a:schemeClr val="dk1"/>
              </a:buClr>
              <a:buSzPts val="2400"/>
              <a:buFont typeface="Arial"/>
              <a:buChar char="•"/>
            </a:pPr>
            <a:r>
              <a:rPr lang="en-US" sz="2400"/>
              <a:t>Data</a:t>
            </a:r>
            <a:endParaRPr/>
          </a:p>
          <a:p>
            <a:pPr indent="-342900" lvl="0" marL="342900" rtl="0" algn="l">
              <a:lnSpc>
                <a:spcPct val="100000"/>
              </a:lnSpc>
              <a:spcBef>
                <a:spcPts val="480"/>
              </a:spcBef>
              <a:spcAft>
                <a:spcPts val="0"/>
              </a:spcAft>
              <a:buClr>
                <a:schemeClr val="dk1"/>
              </a:buClr>
              <a:buSzPts val="2400"/>
              <a:buFont typeface="Arial"/>
              <a:buChar char="•"/>
            </a:pPr>
            <a:r>
              <a:rPr lang="en-US" sz="2400"/>
              <a:t>Approach-1, whole set</a:t>
            </a:r>
            <a:endParaRPr sz="2400"/>
          </a:p>
          <a:p>
            <a:pPr indent="-342900" lvl="0" marL="342900" rtl="0" algn="l">
              <a:lnSpc>
                <a:spcPct val="100000"/>
              </a:lnSpc>
              <a:spcBef>
                <a:spcPts val="480"/>
              </a:spcBef>
              <a:spcAft>
                <a:spcPts val="0"/>
              </a:spcAft>
              <a:buSzPts val="2400"/>
              <a:buChar char="•"/>
            </a:pPr>
            <a:r>
              <a:rPr lang="en-US"/>
              <a:t>Approach-2, top 0.1%</a:t>
            </a:r>
            <a:endParaRPr/>
          </a:p>
          <a:p>
            <a:pPr indent="-342900" lvl="0" marL="342900" rtl="0" algn="l">
              <a:lnSpc>
                <a:spcPct val="100000"/>
              </a:lnSpc>
              <a:spcBef>
                <a:spcPts val="480"/>
              </a:spcBef>
              <a:spcAft>
                <a:spcPts val="0"/>
              </a:spcAft>
              <a:buClr>
                <a:schemeClr val="dk1"/>
              </a:buClr>
              <a:buSzPts val="2400"/>
              <a:buFont typeface="Arial"/>
              <a:buChar char="•"/>
            </a:pPr>
            <a:r>
              <a:rPr lang="en-US" sz="2400"/>
              <a:t>Results</a:t>
            </a:r>
            <a:endParaRPr/>
          </a:p>
          <a:p>
            <a:pPr indent="-342900" lvl="0" marL="342900" rtl="0" algn="l">
              <a:lnSpc>
                <a:spcPct val="100000"/>
              </a:lnSpc>
              <a:spcBef>
                <a:spcPts val="480"/>
              </a:spcBef>
              <a:spcAft>
                <a:spcPts val="0"/>
              </a:spcAft>
              <a:buClr>
                <a:schemeClr val="dk1"/>
              </a:buClr>
              <a:buSzPts val="2400"/>
              <a:buFont typeface="Arial"/>
              <a:buChar char="•"/>
            </a:pPr>
            <a:r>
              <a:rPr lang="en-US" sz="2400"/>
              <a:t>Conclusion</a:t>
            </a:r>
            <a:endParaRPr sz="2400"/>
          </a:p>
          <a:p>
            <a:pPr indent="-214313" lvl="1" marL="557213" rtl="0" algn="l">
              <a:lnSpc>
                <a:spcPct val="100000"/>
              </a:lnSpc>
              <a:spcBef>
                <a:spcPts val="480"/>
              </a:spcBef>
              <a:spcAft>
                <a:spcPts val="0"/>
              </a:spcAft>
              <a:buSzPts val="2000"/>
              <a:buChar char="–"/>
            </a:pPr>
            <a:r>
              <a:rPr lang="en-US"/>
              <a:t>Extreme Value Theory ? (https://en.wikipedia.org/wiki/Extreme_value_theory)</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66" name="Google Shape;66;p2"/>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67" name="Google Shape;67;p2"/>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3"/>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Motivation</a:t>
            </a:r>
            <a:endParaRPr/>
          </a:p>
        </p:txBody>
      </p:sp>
      <p:sp>
        <p:nvSpPr>
          <p:cNvPr id="74" name="Google Shape;74;p3"/>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On Fat-Tails</a:t>
            </a:r>
            <a:endParaRPr/>
          </a:p>
          <a:p>
            <a:pPr indent="-214313" lvl="1" marL="557213" rtl="0" algn="l">
              <a:lnSpc>
                <a:spcPct val="100000"/>
              </a:lnSpc>
              <a:spcBef>
                <a:spcPts val="400"/>
              </a:spcBef>
              <a:spcAft>
                <a:spcPts val="0"/>
              </a:spcAft>
              <a:buClr>
                <a:schemeClr val="dk1"/>
              </a:buClr>
              <a:buSzPts val="2000"/>
              <a:buChar char="–"/>
            </a:pPr>
            <a:r>
              <a:rPr lang="en-US"/>
              <a:t>Mention by Dr. Sikandar Siddiqui during CFDS lessons</a:t>
            </a:r>
            <a:endParaRPr/>
          </a:p>
          <a:p>
            <a:pPr indent="-214313" lvl="1" marL="557213" rtl="0" algn="l">
              <a:lnSpc>
                <a:spcPct val="100000"/>
              </a:lnSpc>
              <a:spcBef>
                <a:spcPts val="400"/>
              </a:spcBef>
              <a:spcAft>
                <a:spcPts val="0"/>
              </a:spcAft>
              <a:buClr>
                <a:schemeClr val="dk1"/>
              </a:buClr>
              <a:buSzPts val="2000"/>
              <a:buChar char="–"/>
            </a:pPr>
            <a:r>
              <a:rPr lang="en-US"/>
              <a:t>Personal IT Background going into finance</a:t>
            </a:r>
            <a:endParaRPr/>
          </a:p>
          <a:p>
            <a:pPr indent="-214313" lvl="1" marL="557213" rtl="0" algn="l">
              <a:lnSpc>
                <a:spcPct val="100000"/>
              </a:lnSpc>
              <a:spcBef>
                <a:spcPts val="400"/>
              </a:spcBef>
              <a:spcAft>
                <a:spcPts val="0"/>
              </a:spcAft>
              <a:buClr>
                <a:schemeClr val="dk1"/>
              </a:buClr>
              <a:buSzPts val="2000"/>
              <a:buChar char="–"/>
            </a:pPr>
            <a:r>
              <a:rPr lang="en-US"/>
              <a:t>Describing and finding explanatory models</a:t>
            </a:r>
            <a:endParaRPr/>
          </a:p>
          <a:p>
            <a:pPr indent="-171450" lvl="2" marL="857250" rtl="0" algn="l">
              <a:lnSpc>
                <a:spcPct val="100000"/>
              </a:lnSpc>
              <a:spcBef>
                <a:spcPts val="400"/>
              </a:spcBef>
              <a:spcAft>
                <a:spcPts val="0"/>
              </a:spcAft>
              <a:buSzPts val="1600"/>
              <a:buChar char="•"/>
            </a:pPr>
            <a:r>
              <a:rPr lang="en-US"/>
              <a:t>Reading </a:t>
            </a:r>
            <a:r>
              <a:rPr lang="en-US"/>
              <a:t>literature</a:t>
            </a:r>
            <a:r>
              <a:rPr lang="en-US"/>
              <a:t> on the subject</a:t>
            </a:r>
            <a:endParaRPr/>
          </a:p>
          <a:p>
            <a:pPr indent="-171450" lvl="2" marL="857250" rtl="0" algn="l">
              <a:lnSpc>
                <a:spcPct val="100000"/>
              </a:lnSpc>
              <a:spcBef>
                <a:spcPts val="400"/>
              </a:spcBef>
              <a:spcAft>
                <a:spcPts val="0"/>
              </a:spcAft>
              <a:buSzPts val="1600"/>
              <a:buChar char="•"/>
            </a:pPr>
            <a:r>
              <a:rPr lang="en-US"/>
              <a:t>Using the tools learned during CFDS course</a:t>
            </a:r>
            <a:endParaRPr/>
          </a:p>
          <a:p>
            <a:pPr indent="-171450" lvl="2" marL="857250" rtl="0" algn="l">
              <a:lnSpc>
                <a:spcPct val="100000"/>
              </a:lnSpc>
              <a:spcBef>
                <a:spcPts val="400"/>
              </a:spcBef>
              <a:spcAft>
                <a:spcPts val="0"/>
              </a:spcAft>
              <a:buSzPts val="1600"/>
              <a:buChar char="•"/>
            </a:pPr>
            <a:r>
              <a:rPr lang="en-US"/>
              <a:t>Initiation to existing financial models (CAPM, Fama-French,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rPr i="1" lang="en-US"/>
              <a:t>“</a:t>
            </a:r>
            <a:r>
              <a:rPr i="1" lang="en-US"/>
              <a:t>large changes tend to be followed by large changes, of either sign, and small changes tend to be followed by small changes.” - </a:t>
            </a:r>
            <a:r>
              <a:rPr b="1" lang="en-US" sz="1100">
                <a:latin typeface="Arial"/>
                <a:ea typeface="Arial"/>
                <a:cs typeface="Arial"/>
                <a:sym typeface="Arial"/>
              </a:rPr>
              <a:t>Benoit B. Mandelbrot, 1963</a:t>
            </a:r>
            <a:endParaRPr i="1"/>
          </a:p>
          <a:p>
            <a:pPr indent="-87313" lvl="1" marL="557213" rtl="0" algn="l">
              <a:lnSpc>
                <a:spcPct val="100000"/>
              </a:lnSpc>
              <a:spcBef>
                <a:spcPts val="400"/>
              </a:spcBef>
              <a:spcAft>
                <a:spcPts val="0"/>
              </a:spcAft>
              <a:buClr>
                <a:schemeClr val="dk1"/>
              </a:buClr>
              <a:buSzPts val="2000"/>
              <a:buNone/>
            </a:pPr>
            <a:r>
              <a:t/>
            </a:r>
            <a:endParaRPr/>
          </a:p>
          <a:p>
            <a:pPr indent="0" lvl="0" marL="342900" rtl="0" algn="l">
              <a:lnSpc>
                <a:spcPct val="100000"/>
              </a:lnSpc>
              <a:spcBef>
                <a:spcPts val="48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75" name="Google Shape;75;p3"/>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76" name="Google Shape;76;p3"/>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d96c7f3a6c_0_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Problem Description</a:t>
            </a:r>
            <a:endParaRPr/>
          </a:p>
        </p:txBody>
      </p:sp>
      <p:sp>
        <p:nvSpPr>
          <p:cNvPr id="83" name="Google Shape;83;g3d96c7f3a6c_0_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First Part : Description and statistical testing </a:t>
            </a:r>
            <a:endParaRPr/>
          </a:p>
          <a:p>
            <a:pPr indent="-214313" lvl="1" marL="557213" rtl="0" algn="l">
              <a:lnSpc>
                <a:spcPct val="100000"/>
              </a:lnSpc>
              <a:spcBef>
                <a:spcPts val="400"/>
              </a:spcBef>
              <a:spcAft>
                <a:spcPts val="0"/>
              </a:spcAft>
              <a:buClr>
                <a:schemeClr val="dk1"/>
              </a:buClr>
              <a:buSzPts val="2000"/>
              <a:buChar char="–"/>
            </a:pPr>
            <a:r>
              <a:rPr lang="en-US"/>
              <a:t>Do we observe fat tails which would not exist under normal assumptions ? </a:t>
            </a:r>
            <a:br>
              <a:rPr lang="en-US"/>
            </a:br>
            <a:r>
              <a:rPr i="1" lang="en-US"/>
              <a:t>Arithmetic vs. Log, Skewness, Kutorsis, JB and visualization</a:t>
            </a:r>
            <a:endParaRPr i="1"/>
          </a:p>
          <a:p>
            <a:pPr indent="-214313" lvl="1" marL="557213" rtl="0" algn="l">
              <a:lnSpc>
                <a:spcPct val="100000"/>
              </a:lnSpc>
              <a:spcBef>
                <a:spcPts val="400"/>
              </a:spcBef>
              <a:spcAft>
                <a:spcPts val="0"/>
              </a:spcAft>
              <a:buClr>
                <a:schemeClr val="dk1"/>
              </a:buClr>
              <a:buSzPts val="2000"/>
              <a:buChar char="–"/>
            </a:pPr>
            <a:r>
              <a:rPr lang="en-US"/>
              <a:t>What do these tails look like? Are they symmetrical? </a:t>
            </a:r>
            <a:br>
              <a:rPr lang="en-US"/>
            </a:br>
            <a:r>
              <a:rPr i="1" lang="en-US"/>
              <a:t>99.9th percentile, t-test, f-test and visualization</a:t>
            </a:r>
            <a:endParaRPr i="1"/>
          </a:p>
          <a:p>
            <a:pPr indent="-87313" lvl="1" marL="557213" rtl="0" algn="l">
              <a:lnSpc>
                <a:spcPct val="100000"/>
              </a:lnSpc>
              <a:spcBef>
                <a:spcPts val="400"/>
              </a:spcBef>
              <a:spcAft>
                <a:spcPts val="0"/>
              </a:spcAft>
              <a:buClr>
                <a:schemeClr val="dk1"/>
              </a:buClr>
              <a:buSzPts val="2000"/>
              <a:buNone/>
            </a:pPr>
            <a:r>
              <a:t/>
            </a:r>
            <a:endParaRPr/>
          </a:p>
          <a:p>
            <a:pPr indent="-342900" lvl="0" marL="342900" rtl="0" algn="l">
              <a:lnSpc>
                <a:spcPct val="100000"/>
              </a:lnSpc>
              <a:spcBef>
                <a:spcPts val="480"/>
              </a:spcBef>
              <a:spcAft>
                <a:spcPts val="0"/>
              </a:spcAft>
              <a:buClr>
                <a:schemeClr val="dk1"/>
              </a:buClr>
              <a:buSzPts val="2400"/>
              <a:buFont typeface="Arial"/>
              <a:buChar char="•"/>
            </a:pPr>
            <a:r>
              <a:rPr lang="en-US"/>
              <a:t>Second Part : Model and explanatory power</a:t>
            </a:r>
            <a:endParaRPr/>
          </a:p>
          <a:p>
            <a:pPr indent="-214313" lvl="1" marL="557213" rtl="0" algn="l">
              <a:lnSpc>
                <a:spcPct val="100000"/>
              </a:lnSpc>
              <a:spcBef>
                <a:spcPts val="400"/>
              </a:spcBef>
              <a:spcAft>
                <a:spcPts val="0"/>
              </a:spcAft>
              <a:buClr>
                <a:schemeClr val="dk1"/>
              </a:buClr>
              <a:buSzPts val="2000"/>
              <a:buChar char="–"/>
            </a:pPr>
            <a:r>
              <a:rPr lang="en-US"/>
              <a:t>CAPM</a:t>
            </a:r>
            <a:endParaRPr/>
          </a:p>
          <a:p>
            <a:pPr indent="-214313" lvl="1" marL="557213" rtl="0" algn="l">
              <a:lnSpc>
                <a:spcPct val="100000"/>
              </a:lnSpc>
              <a:spcBef>
                <a:spcPts val="400"/>
              </a:spcBef>
              <a:spcAft>
                <a:spcPts val="0"/>
              </a:spcAft>
              <a:buClr>
                <a:schemeClr val="dk1"/>
              </a:buClr>
              <a:buSzPts val="2000"/>
              <a:buChar char="–"/>
            </a:pPr>
            <a:r>
              <a:rPr lang="en-US"/>
              <a:t>Fama-French Three factors model</a:t>
            </a:r>
            <a:endParaRPr/>
          </a:p>
          <a:p>
            <a:pPr indent="-214313" lvl="1" marL="557213" rtl="0" algn="l">
              <a:lnSpc>
                <a:spcPct val="100000"/>
              </a:lnSpc>
              <a:spcBef>
                <a:spcPts val="400"/>
              </a:spcBef>
              <a:spcAft>
                <a:spcPts val="0"/>
              </a:spcAft>
              <a:buSzPts val="2000"/>
              <a:buChar char="–"/>
            </a:pPr>
            <a:r>
              <a:rPr lang="en-US"/>
              <a:t>Momentum and sentiment</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84" name="Google Shape;84;g3d96c7f3a6c_0_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85" name="Google Shape;85;g3d96c7f3a6c_0_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d96c7f3a6c_0_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Data</a:t>
            </a:r>
            <a:endParaRPr/>
          </a:p>
        </p:txBody>
      </p:sp>
      <p:sp>
        <p:nvSpPr>
          <p:cNvPr id="92" name="Google Shape;92;g3d96c7f3a6c_0_9"/>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S&amp;P500 stock list from wikipedia</a:t>
            </a:r>
            <a:endParaRPr/>
          </a:p>
          <a:p>
            <a:pPr indent="-342900" lvl="0" marL="342900" rtl="0" algn="l">
              <a:lnSpc>
                <a:spcPct val="100000"/>
              </a:lnSpc>
              <a:spcBef>
                <a:spcPts val="0"/>
              </a:spcBef>
              <a:spcAft>
                <a:spcPts val="0"/>
              </a:spcAft>
              <a:buClr>
                <a:schemeClr val="dk1"/>
              </a:buClr>
              <a:buSzPts val="2400"/>
              <a:buFont typeface="Arial"/>
              <a:buChar char="•"/>
            </a:pPr>
            <a:r>
              <a:rPr lang="en-US"/>
              <a:t>Daily stock prices from 01.01.2010 to today</a:t>
            </a:r>
            <a:endParaRPr/>
          </a:p>
          <a:p>
            <a:pPr indent="-342900" lvl="0" marL="342900" rtl="0" algn="l">
              <a:lnSpc>
                <a:spcPct val="100000"/>
              </a:lnSpc>
              <a:spcBef>
                <a:spcPts val="0"/>
              </a:spcBef>
              <a:spcAft>
                <a:spcPts val="0"/>
              </a:spcAft>
              <a:buSzPts val="2400"/>
              <a:buChar char="•"/>
            </a:pPr>
            <a:r>
              <a:rPr lang="en-US"/>
              <a:t>yFinance api (data from yahoo finance website)</a:t>
            </a:r>
            <a:endParaRPr/>
          </a:p>
          <a:p>
            <a:pPr indent="-342900" lvl="0" marL="342900" rtl="0" algn="l">
              <a:lnSpc>
                <a:spcPct val="100000"/>
              </a:lnSpc>
              <a:spcBef>
                <a:spcPts val="0"/>
              </a:spcBef>
              <a:spcAft>
                <a:spcPts val="0"/>
              </a:spcAft>
              <a:buSzPts val="2400"/>
              <a:buChar char="•"/>
            </a:pPr>
            <a:r>
              <a:rPr lang="en-US"/>
              <a:t>Corporate actions (yFinance api)</a:t>
            </a:r>
            <a:endParaRPr/>
          </a:p>
          <a:p>
            <a:pPr indent="-342900" lvl="0" marL="342900" rtl="0" algn="l">
              <a:lnSpc>
                <a:spcPct val="100000"/>
              </a:lnSpc>
              <a:spcBef>
                <a:spcPts val="0"/>
              </a:spcBef>
              <a:spcAft>
                <a:spcPts val="0"/>
              </a:spcAft>
              <a:buSzPts val="2400"/>
              <a:buChar char="•"/>
            </a:pPr>
            <a:r>
              <a:rPr lang="en-US"/>
              <a:t>Transformation to obtain returns</a:t>
            </a:r>
            <a:endParaRPr/>
          </a:p>
          <a:p>
            <a:pPr indent="-342900" lvl="0" marL="342900" rtl="0" algn="l">
              <a:lnSpc>
                <a:spcPct val="100000"/>
              </a:lnSpc>
              <a:spcBef>
                <a:spcPts val="0"/>
              </a:spcBef>
              <a:spcAft>
                <a:spcPts val="0"/>
              </a:spcAft>
              <a:buSzPts val="2400"/>
              <a:buChar char="•"/>
            </a:pPr>
            <a:r>
              <a:rPr lang="en-US"/>
              <a:t>Flags at a certain threshold</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93" name="Google Shape;93;g3d96c7f3a6c_0_9"/>
          <p:cNvSpPr txBox="1"/>
          <p:nvPr>
            <p:ph idx="11" type="ftr"/>
          </p:nvPr>
        </p:nvSpPr>
        <p:spPr>
          <a:xfrm>
            <a:off x="484024" y="666845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94" name="Google Shape;94;g3d96c7f3a6c_0_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5" name="Google Shape;95;g3d96c7f3a6c_0_9"/>
          <p:cNvPicPr preferRelativeResize="0"/>
          <p:nvPr/>
        </p:nvPicPr>
        <p:blipFill>
          <a:blip r:embed="rId3">
            <a:alphaModFix/>
          </a:blip>
          <a:stretch>
            <a:fillRect/>
          </a:stretch>
        </p:blipFill>
        <p:spPr>
          <a:xfrm>
            <a:off x="-787" y="4224925"/>
            <a:ext cx="12193577" cy="1960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d96c7f3a6c_0_2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Approach-1</a:t>
            </a:r>
            <a:endParaRPr/>
          </a:p>
        </p:txBody>
      </p:sp>
      <p:sp>
        <p:nvSpPr>
          <p:cNvPr id="102" name="Google Shape;102;g3d96c7f3a6c_0_29"/>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S&amp;P500 whole dataset</a:t>
            </a:r>
            <a:endParaRPr/>
          </a:p>
          <a:p>
            <a:pPr indent="-214313" lvl="1" marL="557213" rtl="0" algn="l">
              <a:lnSpc>
                <a:spcPct val="100000"/>
              </a:lnSpc>
              <a:spcBef>
                <a:spcPts val="400"/>
              </a:spcBef>
              <a:spcAft>
                <a:spcPts val="0"/>
              </a:spcAft>
              <a:buClr>
                <a:schemeClr val="dk1"/>
              </a:buClr>
              <a:buSzPts val="2000"/>
              <a:buChar char="–"/>
            </a:pPr>
            <a:r>
              <a:rPr lang="en-US"/>
              <a:t>Statistics</a:t>
            </a:r>
            <a:endParaRPr/>
          </a:p>
          <a:p>
            <a:pPr indent="-214313" lvl="1" marL="557213" rtl="0" algn="l">
              <a:lnSpc>
                <a:spcPct val="100000"/>
              </a:lnSpc>
              <a:spcBef>
                <a:spcPts val="400"/>
              </a:spcBef>
              <a:spcAft>
                <a:spcPts val="0"/>
              </a:spcAft>
              <a:buClr>
                <a:schemeClr val="dk1"/>
              </a:buClr>
              <a:buSzPts val="2000"/>
              <a:buChar char="–"/>
            </a:pPr>
            <a:r>
              <a:rPr lang="en-US"/>
              <a:t>Visualization</a:t>
            </a:r>
            <a:endParaRPr/>
          </a:p>
          <a:p>
            <a:pPr indent="-87313" lvl="1" marL="557213" rtl="0" algn="l">
              <a:lnSpc>
                <a:spcPct val="100000"/>
              </a:lnSpc>
              <a:spcBef>
                <a:spcPts val="400"/>
              </a:spcBef>
              <a:spcAft>
                <a:spcPts val="0"/>
              </a:spcAft>
              <a:buClr>
                <a:schemeClr val="dk1"/>
              </a:buClr>
              <a:buSzPts val="2000"/>
              <a:buNone/>
            </a:pPr>
            <a:r>
              <a:t/>
            </a:r>
            <a:endParaRPr/>
          </a:p>
          <a:p>
            <a:pPr indent="0" lvl="0" marL="342900" rtl="0" algn="l">
              <a:lnSpc>
                <a:spcPct val="100000"/>
              </a:lnSpc>
              <a:spcBef>
                <a:spcPts val="48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03" name="Google Shape;103;g3d96c7f3a6c_0_2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104" name="Google Shape;104;g3d96c7f3a6c_0_2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d96c7f3a6c_0_7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Approach-1</a:t>
            </a:r>
            <a:endParaRPr/>
          </a:p>
        </p:txBody>
      </p:sp>
      <p:sp>
        <p:nvSpPr>
          <p:cNvPr id="111" name="Google Shape;111;g3d96c7f3a6c_0_79"/>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spcBef>
                <a:spcPts val="0"/>
              </a:spcBef>
              <a:spcAft>
                <a:spcPts val="0"/>
              </a:spcAft>
              <a:buSzPts val="2400"/>
              <a:buChar char="•"/>
            </a:pPr>
            <a:r>
              <a:rPr lang="en-US"/>
              <a:t>Arithmetic-Returns stats table:</a:t>
            </a:r>
            <a:br>
              <a:rPr lang="en-US"/>
            </a:br>
            <a:endParaRPr/>
          </a:p>
          <a:p>
            <a:pPr indent="0" lvl="0" marL="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342900" lvl="0" marL="342900" rtl="0" algn="l">
              <a:spcBef>
                <a:spcPts val="0"/>
              </a:spcBef>
              <a:spcAft>
                <a:spcPts val="0"/>
              </a:spcAft>
              <a:buSzPts val="2400"/>
              <a:buChar char="•"/>
            </a:pPr>
            <a:r>
              <a:rPr lang="en-US"/>
              <a:t>Jarque-Berra</a:t>
            </a:r>
            <a:br>
              <a:rPr lang="en-US"/>
            </a:br>
            <a:endParaRPr/>
          </a:p>
          <a:p>
            <a:pPr indent="0" lvl="0" marL="342900" rtl="0" algn="l">
              <a:spcBef>
                <a:spcPts val="0"/>
              </a:spcBef>
              <a:spcAft>
                <a:spcPts val="0"/>
              </a:spcAft>
              <a:buNone/>
            </a:pPr>
            <a:r>
              <a:rPr lang="en-US"/>
              <a:t>JB statistic: 40458666.05</a:t>
            </a:r>
            <a:endParaRPr/>
          </a:p>
          <a:p>
            <a:pPr indent="0" lvl="0" marL="342900" rtl="0" algn="l">
              <a:spcBef>
                <a:spcPts val="0"/>
              </a:spcBef>
              <a:spcAft>
                <a:spcPts val="0"/>
              </a:spcAft>
              <a:buNone/>
            </a:pPr>
            <a:r>
              <a:rPr lang="en-US"/>
              <a:t>p-value: 0.00e+00</a:t>
            </a:r>
            <a:br>
              <a:rPr lang="en-US"/>
            </a:br>
            <a:endParaRPr/>
          </a:p>
          <a:p>
            <a:pPr indent="-87313" lvl="1" marL="557213" rtl="0" algn="l">
              <a:lnSpc>
                <a:spcPct val="100000"/>
              </a:lnSpc>
              <a:spcBef>
                <a:spcPts val="400"/>
              </a:spcBef>
              <a:spcAft>
                <a:spcPts val="0"/>
              </a:spcAft>
              <a:buClr>
                <a:schemeClr val="dk1"/>
              </a:buClr>
              <a:buSzPts val="2000"/>
              <a:buNone/>
            </a:pPr>
            <a:r>
              <a:t/>
            </a:r>
            <a:endParaRPr/>
          </a:p>
          <a:p>
            <a:pPr indent="0" lvl="0" marL="342900" rtl="0" algn="l">
              <a:lnSpc>
                <a:spcPct val="100000"/>
              </a:lnSpc>
              <a:spcBef>
                <a:spcPts val="48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12" name="Google Shape;112;g3d96c7f3a6c_0_7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13" name="Google Shape;113;g3d96c7f3a6c_0_7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4" name="Google Shape;114;g3d96c7f3a6c_0_79"/>
          <p:cNvPicPr preferRelativeResize="0"/>
          <p:nvPr/>
        </p:nvPicPr>
        <p:blipFill>
          <a:blip r:embed="rId3">
            <a:alphaModFix/>
          </a:blip>
          <a:stretch>
            <a:fillRect/>
          </a:stretch>
        </p:blipFill>
        <p:spPr>
          <a:xfrm>
            <a:off x="4781538" y="1771650"/>
            <a:ext cx="2628900" cy="3314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db971e7cb6_0_3"/>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Approach-1</a:t>
            </a:r>
            <a:endParaRPr/>
          </a:p>
        </p:txBody>
      </p:sp>
      <p:sp>
        <p:nvSpPr>
          <p:cNvPr id="121" name="Google Shape;121;g3db971e7cb6_0_3"/>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spcBef>
                <a:spcPts val="0"/>
              </a:spcBef>
              <a:spcAft>
                <a:spcPts val="0"/>
              </a:spcAft>
              <a:buSzPts val="2400"/>
              <a:buChar char="•"/>
            </a:pPr>
            <a:r>
              <a:rPr lang="en-US"/>
              <a:t>Log-Returns stats table:</a:t>
            </a:r>
            <a:br>
              <a:rPr lang="en-US"/>
            </a:br>
            <a:r>
              <a:rPr lang="en-US"/>
              <a:t>(check skewness and max,</a:t>
            </a:r>
            <a:br>
              <a:rPr lang="en-US"/>
            </a:br>
            <a:r>
              <a:rPr lang="en-US"/>
              <a:t>effect of the log)</a:t>
            </a:r>
            <a:endParaRPr/>
          </a:p>
          <a:p>
            <a:pPr indent="0" lvl="0" marL="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342900" lvl="0" marL="342900" rtl="0" algn="l">
              <a:spcBef>
                <a:spcPts val="0"/>
              </a:spcBef>
              <a:spcAft>
                <a:spcPts val="0"/>
              </a:spcAft>
              <a:buSzPts val="2400"/>
              <a:buChar char="•"/>
            </a:pPr>
            <a:r>
              <a:rPr lang="en-US"/>
              <a:t>Jarque-Berra</a:t>
            </a:r>
            <a:endParaRPr/>
          </a:p>
          <a:p>
            <a:pPr indent="0" lvl="0" marL="342900" rtl="0" algn="l">
              <a:spcBef>
                <a:spcPts val="0"/>
              </a:spcBef>
              <a:spcAft>
                <a:spcPts val="0"/>
              </a:spcAft>
              <a:buNone/>
            </a:pPr>
            <a:br>
              <a:rPr lang="en-US"/>
            </a:br>
            <a:r>
              <a:rPr lang="en-US"/>
              <a:t>JB statistic: 51077412.92</a:t>
            </a:r>
            <a:endParaRPr/>
          </a:p>
          <a:p>
            <a:pPr indent="0" lvl="0" marL="342900" rtl="0" algn="l">
              <a:spcBef>
                <a:spcPts val="0"/>
              </a:spcBef>
              <a:spcAft>
                <a:spcPts val="0"/>
              </a:spcAft>
              <a:buNone/>
            </a:pPr>
            <a:r>
              <a:rPr lang="en-US"/>
              <a:t>p-value: 0.00e+00</a:t>
            </a:r>
            <a:endParaRPr/>
          </a:p>
          <a:p>
            <a:pPr indent="-87313" lvl="1" marL="557213" rtl="0" algn="l">
              <a:lnSpc>
                <a:spcPct val="100000"/>
              </a:lnSpc>
              <a:spcBef>
                <a:spcPts val="400"/>
              </a:spcBef>
              <a:spcAft>
                <a:spcPts val="0"/>
              </a:spcAft>
              <a:buClr>
                <a:schemeClr val="dk1"/>
              </a:buClr>
              <a:buSzPts val="2000"/>
              <a:buNone/>
            </a:pPr>
            <a:r>
              <a:t/>
            </a:r>
            <a:endParaRPr/>
          </a:p>
          <a:p>
            <a:pPr indent="0" lvl="0" marL="342900" rtl="0" algn="l">
              <a:lnSpc>
                <a:spcPct val="100000"/>
              </a:lnSpc>
              <a:spcBef>
                <a:spcPts val="48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22" name="Google Shape;122;g3db971e7cb6_0_3"/>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23" name="Google Shape;123;g3db971e7cb6_0_3"/>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4" name="Google Shape;124;g3db971e7cb6_0_3"/>
          <p:cNvPicPr preferRelativeResize="0"/>
          <p:nvPr/>
        </p:nvPicPr>
        <p:blipFill>
          <a:blip r:embed="rId3">
            <a:alphaModFix/>
          </a:blip>
          <a:stretch>
            <a:fillRect/>
          </a:stretch>
        </p:blipFill>
        <p:spPr>
          <a:xfrm>
            <a:off x="4782325" y="1781175"/>
            <a:ext cx="2628900" cy="3295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d96c7f3a6c_0_3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Approach-1</a:t>
            </a:r>
            <a:endParaRPr/>
          </a:p>
        </p:txBody>
      </p:sp>
      <p:sp>
        <p:nvSpPr>
          <p:cNvPr id="131" name="Google Shape;131;g3d96c7f3a6c_0_3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32" name="Google Shape;132;g3d96c7f3a6c_0_3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3" name="Google Shape;133;g3d96c7f3a6c_0_39"/>
          <p:cNvPicPr preferRelativeResize="0"/>
          <p:nvPr/>
        </p:nvPicPr>
        <p:blipFill>
          <a:blip r:embed="rId3">
            <a:alphaModFix/>
          </a:blip>
          <a:stretch>
            <a:fillRect/>
          </a:stretch>
        </p:blipFill>
        <p:spPr>
          <a:xfrm>
            <a:off x="0" y="1231600"/>
            <a:ext cx="6026774" cy="4853425"/>
          </a:xfrm>
          <a:prstGeom prst="rect">
            <a:avLst/>
          </a:prstGeom>
          <a:noFill/>
          <a:ln>
            <a:noFill/>
          </a:ln>
        </p:spPr>
      </p:pic>
      <p:pic>
        <p:nvPicPr>
          <p:cNvPr id="134" name="Google Shape;134;g3d96c7f3a6c_0_39"/>
          <p:cNvPicPr preferRelativeResize="0"/>
          <p:nvPr/>
        </p:nvPicPr>
        <p:blipFill>
          <a:blip r:embed="rId4">
            <a:alphaModFix/>
          </a:blip>
          <a:stretch>
            <a:fillRect/>
          </a:stretch>
        </p:blipFill>
        <p:spPr>
          <a:xfrm>
            <a:off x="6165599" y="1319949"/>
            <a:ext cx="5965977" cy="4672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d96c7f3a6c_0_4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Approach-1</a:t>
            </a:r>
            <a:endParaRPr/>
          </a:p>
        </p:txBody>
      </p:sp>
      <p:sp>
        <p:nvSpPr>
          <p:cNvPr id="141" name="Google Shape;141;g3d96c7f3a6c_0_4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42" name="Google Shape;142;g3d96c7f3a6c_0_4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3" name="Google Shape;143;g3d96c7f3a6c_0_49"/>
          <p:cNvPicPr preferRelativeResize="0"/>
          <p:nvPr/>
        </p:nvPicPr>
        <p:blipFill>
          <a:blip r:embed="rId3">
            <a:alphaModFix/>
          </a:blip>
          <a:stretch>
            <a:fillRect/>
          </a:stretch>
        </p:blipFill>
        <p:spPr>
          <a:xfrm>
            <a:off x="5825000" y="1060251"/>
            <a:ext cx="6257375" cy="5039125"/>
          </a:xfrm>
          <a:prstGeom prst="rect">
            <a:avLst/>
          </a:prstGeom>
          <a:noFill/>
          <a:ln>
            <a:noFill/>
          </a:ln>
        </p:spPr>
      </p:pic>
      <p:pic>
        <p:nvPicPr>
          <p:cNvPr id="144" name="Google Shape;144;g3d96c7f3a6c_0_49"/>
          <p:cNvPicPr preferRelativeResize="0"/>
          <p:nvPr/>
        </p:nvPicPr>
        <p:blipFill>
          <a:blip r:embed="rId4">
            <a:alphaModFix/>
          </a:blip>
          <a:stretch>
            <a:fillRect/>
          </a:stretch>
        </p:blipFill>
        <p:spPr>
          <a:xfrm>
            <a:off x="245975" y="1412882"/>
            <a:ext cx="5467350" cy="4333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d96c7f3a6c_0_6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Approach-1</a:t>
            </a:r>
            <a:endParaRPr/>
          </a:p>
        </p:txBody>
      </p:sp>
      <p:sp>
        <p:nvSpPr>
          <p:cNvPr id="151" name="Google Shape;151;g3d96c7f3a6c_0_6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52" name="Google Shape;152;g3d96c7f3a6c_0_6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53" name="Google Shape;153;g3d96c7f3a6c_0_60"/>
          <p:cNvPicPr preferRelativeResize="0"/>
          <p:nvPr/>
        </p:nvPicPr>
        <p:blipFill>
          <a:blip r:embed="rId3">
            <a:alphaModFix/>
          </a:blip>
          <a:stretch>
            <a:fillRect/>
          </a:stretch>
        </p:blipFill>
        <p:spPr>
          <a:xfrm>
            <a:off x="1168575" y="791450"/>
            <a:ext cx="10304727" cy="57336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d96c7f3a6c_0_9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Approach-1</a:t>
            </a:r>
            <a:endParaRPr/>
          </a:p>
        </p:txBody>
      </p:sp>
      <p:sp>
        <p:nvSpPr>
          <p:cNvPr id="160" name="Google Shape;160;g3d96c7f3a6c_0_9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61" name="Google Shape;161;g3d96c7f3a6c_0_9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2" name="Google Shape;162;g3d96c7f3a6c_0_97"/>
          <p:cNvPicPr preferRelativeResize="0"/>
          <p:nvPr/>
        </p:nvPicPr>
        <p:blipFill>
          <a:blip r:embed="rId3">
            <a:alphaModFix/>
          </a:blip>
          <a:stretch>
            <a:fillRect/>
          </a:stretch>
        </p:blipFill>
        <p:spPr>
          <a:xfrm>
            <a:off x="0" y="2086400"/>
            <a:ext cx="12193577" cy="2685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d96c7f3a6c_0_8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Approach-1</a:t>
            </a:r>
            <a:endParaRPr/>
          </a:p>
        </p:txBody>
      </p:sp>
      <p:sp>
        <p:nvSpPr>
          <p:cNvPr id="169" name="Google Shape;169;g3d96c7f3a6c_0_8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70" name="Google Shape;170;g3d96c7f3a6c_0_8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1" name="Google Shape;171;g3d96c7f3a6c_0_87"/>
          <p:cNvPicPr preferRelativeResize="0"/>
          <p:nvPr/>
        </p:nvPicPr>
        <p:blipFill>
          <a:blip r:embed="rId3">
            <a:alphaModFix/>
          </a:blip>
          <a:stretch>
            <a:fillRect/>
          </a:stretch>
        </p:blipFill>
        <p:spPr>
          <a:xfrm>
            <a:off x="841125" y="1357320"/>
            <a:ext cx="5324475" cy="4143375"/>
          </a:xfrm>
          <a:prstGeom prst="rect">
            <a:avLst/>
          </a:prstGeom>
          <a:noFill/>
          <a:ln>
            <a:noFill/>
          </a:ln>
        </p:spPr>
      </p:pic>
      <p:pic>
        <p:nvPicPr>
          <p:cNvPr id="172" name="Google Shape;172;g3d96c7f3a6c_0_87"/>
          <p:cNvPicPr preferRelativeResize="0"/>
          <p:nvPr/>
        </p:nvPicPr>
        <p:blipFill>
          <a:blip r:embed="rId4">
            <a:alphaModFix/>
          </a:blip>
          <a:stretch>
            <a:fillRect/>
          </a:stretch>
        </p:blipFill>
        <p:spPr>
          <a:xfrm>
            <a:off x="6165600" y="1357332"/>
            <a:ext cx="5324475" cy="4143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d96c7f3a6c_0_2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a:t>
            </a:r>
            <a:endParaRPr/>
          </a:p>
        </p:txBody>
      </p:sp>
      <p:sp>
        <p:nvSpPr>
          <p:cNvPr id="179" name="Google Shape;179;g3d96c7f3a6c_0_2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Analysis of the top 0.1%</a:t>
            </a:r>
            <a:endParaRPr/>
          </a:p>
          <a:p>
            <a:pPr indent="0" lvl="0" marL="342900" rtl="0" algn="l">
              <a:lnSpc>
                <a:spcPct val="100000"/>
              </a:lnSpc>
              <a:spcBef>
                <a:spcPts val="0"/>
              </a:spcBef>
              <a:spcAft>
                <a:spcPts val="0"/>
              </a:spcAft>
              <a:buNone/>
            </a:pPr>
            <a:r>
              <a:t/>
            </a:r>
            <a:endParaRPr/>
          </a:p>
          <a:p>
            <a:pPr indent="-342900" lvl="0" marL="342900" rtl="0" algn="l">
              <a:lnSpc>
                <a:spcPct val="100000"/>
              </a:lnSpc>
              <a:spcBef>
                <a:spcPts val="0"/>
              </a:spcBef>
              <a:spcAft>
                <a:spcPts val="0"/>
              </a:spcAft>
              <a:buClr>
                <a:schemeClr val="dk1"/>
              </a:buClr>
              <a:buSzPts val="2400"/>
              <a:buFont typeface="Arial"/>
              <a:buChar char="•"/>
            </a:pPr>
            <a:r>
              <a:rPr lang="en-US"/>
              <a:t>Clustering</a:t>
            </a:r>
            <a:endParaRPr/>
          </a:p>
          <a:p>
            <a:pPr indent="-214313" lvl="1" marL="557213" rtl="0" algn="l">
              <a:lnSpc>
                <a:spcPct val="100000"/>
              </a:lnSpc>
              <a:spcBef>
                <a:spcPts val="400"/>
              </a:spcBef>
              <a:spcAft>
                <a:spcPts val="0"/>
              </a:spcAft>
              <a:buClr>
                <a:schemeClr val="dk1"/>
              </a:buClr>
              <a:buSzPts val="2000"/>
              <a:buChar char="–"/>
            </a:pPr>
            <a:r>
              <a:rPr lang="en-US"/>
              <a:t>Time clustering</a:t>
            </a:r>
            <a:endParaRPr/>
          </a:p>
          <a:p>
            <a:pPr indent="-214313" lvl="1" marL="557213" rtl="0" algn="l">
              <a:lnSpc>
                <a:spcPct val="100000"/>
              </a:lnSpc>
              <a:spcBef>
                <a:spcPts val="400"/>
              </a:spcBef>
              <a:spcAft>
                <a:spcPts val="0"/>
              </a:spcAft>
              <a:buClr>
                <a:schemeClr val="dk1"/>
              </a:buClr>
              <a:buSzPts val="2000"/>
              <a:buChar char="–"/>
            </a:pPr>
            <a:r>
              <a:rPr lang="en-US"/>
              <a:t>Sectors </a:t>
            </a:r>
            <a:br>
              <a:rPr lang="en-US"/>
            </a:br>
            <a:endParaRPr/>
          </a:p>
          <a:p>
            <a:pPr indent="-342900" lvl="0" marL="342900" rtl="0" algn="l">
              <a:spcBef>
                <a:spcPts val="0"/>
              </a:spcBef>
              <a:spcAft>
                <a:spcPts val="0"/>
              </a:spcAft>
              <a:buSzPts val="2400"/>
              <a:buChar char="•"/>
            </a:pPr>
            <a:r>
              <a:rPr lang="en-US"/>
              <a:t>Modeling</a:t>
            </a:r>
            <a:endParaRPr/>
          </a:p>
          <a:p>
            <a:pPr indent="-214313" lvl="1" marL="557213" rtl="0" algn="l">
              <a:spcBef>
                <a:spcPts val="400"/>
              </a:spcBef>
              <a:spcAft>
                <a:spcPts val="0"/>
              </a:spcAft>
              <a:buSzPts val="2000"/>
              <a:buChar char="–"/>
            </a:pPr>
            <a:r>
              <a:rPr lang="en-US"/>
              <a:t>CAPM</a:t>
            </a:r>
            <a:endParaRPr/>
          </a:p>
          <a:p>
            <a:pPr indent="-214313" lvl="1" marL="557213" rtl="0" algn="l">
              <a:spcBef>
                <a:spcPts val="400"/>
              </a:spcBef>
              <a:spcAft>
                <a:spcPts val="0"/>
              </a:spcAft>
              <a:buSzPts val="2000"/>
              <a:buChar char="–"/>
            </a:pPr>
            <a:r>
              <a:rPr lang="en-US"/>
              <a:t>Three factors</a:t>
            </a:r>
            <a:endParaRPr/>
          </a:p>
          <a:p>
            <a:pPr indent="-87313" lvl="1" marL="557213" rtl="0" algn="l">
              <a:lnSpc>
                <a:spcPct val="100000"/>
              </a:lnSpc>
              <a:spcBef>
                <a:spcPts val="400"/>
              </a:spcBef>
              <a:spcAft>
                <a:spcPts val="0"/>
              </a:spcAft>
              <a:buClr>
                <a:schemeClr val="dk1"/>
              </a:buClr>
              <a:buSzPts val="2000"/>
              <a:buNone/>
            </a:pPr>
            <a:r>
              <a:t/>
            </a:r>
            <a:endParaRPr/>
          </a:p>
          <a:p>
            <a:pPr indent="0" lvl="0" marL="342900" rtl="0" algn="l">
              <a:lnSpc>
                <a:spcPct val="100000"/>
              </a:lnSpc>
              <a:spcBef>
                <a:spcPts val="48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80" name="Google Shape;180;g3d96c7f3a6c_0_2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181" name="Google Shape;181;g3d96c7f3a6c_0_2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2" name="Google Shape;182;g3d96c7f3a6c_0_20"/>
          <p:cNvPicPr preferRelativeResize="0"/>
          <p:nvPr/>
        </p:nvPicPr>
        <p:blipFill>
          <a:blip r:embed="rId3">
            <a:alphaModFix/>
          </a:blip>
          <a:stretch>
            <a:fillRect/>
          </a:stretch>
        </p:blipFill>
        <p:spPr>
          <a:xfrm>
            <a:off x="5522388" y="1350000"/>
            <a:ext cx="4657725" cy="1695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db971e7cb6_0_10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Approach-2(statistical tests)</a:t>
            </a:r>
            <a:endParaRPr/>
          </a:p>
        </p:txBody>
      </p:sp>
      <p:sp>
        <p:nvSpPr>
          <p:cNvPr id="189" name="Google Shape;189;g3db971e7cb6_0_10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Do the two top 0.1% have the same statistical </a:t>
            </a:r>
            <a:r>
              <a:rPr lang="en-US"/>
              <a:t>resemblance?</a:t>
            </a:r>
            <a:br>
              <a:rPr lang="en-US"/>
            </a:br>
            <a:r>
              <a:rPr lang="en-US"/>
              <a:t>Check both return definition, log_return (left), arithmetic_return (right)</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90" name="Google Shape;190;g3db971e7cb6_0_10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91" name="Google Shape;191;g3db971e7cb6_0_10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2" name="Google Shape;192;g3db971e7cb6_0_107"/>
          <p:cNvPicPr preferRelativeResize="0"/>
          <p:nvPr/>
        </p:nvPicPr>
        <p:blipFill>
          <a:blip r:embed="rId3">
            <a:alphaModFix/>
          </a:blip>
          <a:stretch>
            <a:fillRect/>
          </a:stretch>
        </p:blipFill>
        <p:spPr>
          <a:xfrm>
            <a:off x="6165600" y="2268450"/>
            <a:ext cx="3390900" cy="3657600"/>
          </a:xfrm>
          <a:prstGeom prst="rect">
            <a:avLst/>
          </a:prstGeom>
          <a:noFill/>
          <a:ln>
            <a:noFill/>
          </a:ln>
        </p:spPr>
      </p:pic>
      <p:pic>
        <p:nvPicPr>
          <p:cNvPr id="193" name="Google Shape;193;g3db971e7cb6_0_107"/>
          <p:cNvPicPr preferRelativeResize="0"/>
          <p:nvPr/>
        </p:nvPicPr>
        <p:blipFill>
          <a:blip r:embed="rId4">
            <a:alphaModFix/>
          </a:blip>
          <a:stretch>
            <a:fillRect/>
          </a:stretch>
        </p:blipFill>
        <p:spPr>
          <a:xfrm>
            <a:off x="1747338" y="2268450"/>
            <a:ext cx="3390900" cy="3657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d96c7f3a6c_0_7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(time clustering)</a:t>
            </a:r>
            <a:endParaRPr/>
          </a:p>
        </p:txBody>
      </p:sp>
      <p:sp>
        <p:nvSpPr>
          <p:cNvPr id="200" name="Google Shape;200;g3d96c7f3a6c_0_7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Top 0.1% daily returns clustered by years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01" name="Google Shape;201;g3d96c7f3a6c_0_7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02" name="Google Shape;202;g3d96c7f3a6c_0_7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03" name="Google Shape;203;g3d96c7f3a6c_0_70"/>
          <p:cNvPicPr preferRelativeResize="0"/>
          <p:nvPr/>
        </p:nvPicPr>
        <p:blipFill>
          <a:blip r:embed="rId3">
            <a:alphaModFix/>
          </a:blip>
          <a:stretch>
            <a:fillRect/>
          </a:stretch>
        </p:blipFill>
        <p:spPr>
          <a:xfrm>
            <a:off x="5372875" y="1898325"/>
            <a:ext cx="1447800" cy="3943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db971e7cb6_0_43"/>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a:t>
            </a:r>
            <a:r>
              <a:rPr lang="en-US"/>
              <a:t> (time clustering)</a:t>
            </a:r>
            <a:endParaRPr/>
          </a:p>
        </p:txBody>
      </p:sp>
      <p:sp>
        <p:nvSpPr>
          <p:cNvPr id="210" name="Google Shape;210;g3db971e7cb6_0_43"/>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Top 0.1% daily returns clustered by days, ordered, head(10)</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11" name="Google Shape;211;g3db971e7cb6_0_43"/>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12" name="Google Shape;212;g3db971e7cb6_0_43"/>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3" name="Google Shape;213;g3db971e7cb6_0_43"/>
          <p:cNvPicPr preferRelativeResize="0"/>
          <p:nvPr/>
        </p:nvPicPr>
        <p:blipFill>
          <a:blip r:embed="rId3">
            <a:alphaModFix/>
          </a:blip>
          <a:stretch>
            <a:fillRect/>
          </a:stretch>
        </p:blipFill>
        <p:spPr>
          <a:xfrm>
            <a:off x="4875400" y="1811863"/>
            <a:ext cx="2441200" cy="3234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db971e7cb6_0_64"/>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(time clustering)</a:t>
            </a:r>
            <a:endParaRPr/>
          </a:p>
        </p:txBody>
      </p:sp>
      <p:sp>
        <p:nvSpPr>
          <p:cNvPr id="220" name="Google Shape;220;g3db971e7cb6_0_64"/>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years were good / bad for the top 0.1%?</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21" name="Google Shape;221;g3db971e7cb6_0_64"/>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22" name="Google Shape;222;g3db971e7cb6_0_64"/>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3" name="Google Shape;223;g3db971e7cb6_0_64"/>
          <p:cNvPicPr preferRelativeResize="0"/>
          <p:nvPr/>
        </p:nvPicPr>
        <p:blipFill>
          <a:blip r:embed="rId3">
            <a:alphaModFix/>
          </a:blip>
          <a:stretch>
            <a:fillRect/>
          </a:stretch>
        </p:blipFill>
        <p:spPr>
          <a:xfrm>
            <a:off x="2436800" y="1891175"/>
            <a:ext cx="7319976" cy="4738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db971e7cb6_0_8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(time clustering)</a:t>
            </a:r>
            <a:endParaRPr/>
          </a:p>
        </p:txBody>
      </p:sp>
      <p:sp>
        <p:nvSpPr>
          <p:cNvPr id="230" name="Google Shape;230;g3db971e7cb6_0_8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does it look like? (Arithmetic returns to not crush the extremes positives)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31" name="Google Shape;231;g3db971e7cb6_0_8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32" name="Google Shape;232;g3db971e7cb6_0_8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3" name="Google Shape;233;g3db971e7cb6_0_87"/>
          <p:cNvPicPr preferRelativeResize="0"/>
          <p:nvPr/>
        </p:nvPicPr>
        <p:blipFill>
          <a:blip r:embed="rId3">
            <a:alphaModFix/>
          </a:blip>
          <a:stretch>
            <a:fillRect/>
          </a:stretch>
        </p:blipFill>
        <p:spPr>
          <a:xfrm>
            <a:off x="1187463" y="1784000"/>
            <a:ext cx="9817074" cy="4871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db971e7cb6_0_12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(time clustering, statistical testing)</a:t>
            </a:r>
            <a:endParaRPr/>
          </a:p>
        </p:txBody>
      </p:sp>
      <p:sp>
        <p:nvSpPr>
          <p:cNvPr id="240" name="Google Shape;240;g3db971e7cb6_0_12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Do the top 0.1% mean across years are statistically different within each positive extreme and negative extreme? log_return (left), arithmetic_return (right)</a:t>
            </a:r>
            <a:endParaRPr/>
          </a:p>
          <a:p>
            <a:pPr indent="457200" lvl="0" marL="0" rtl="0" algn="l">
              <a:lnSpc>
                <a:spcPct val="100000"/>
              </a:lnSpc>
              <a:spcBef>
                <a:spcPts val="400"/>
              </a:spcBef>
              <a:spcAft>
                <a:spcPts val="0"/>
              </a:spcAft>
              <a:buNone/>
            </a:pPr>
            <a:r>
              <a:rPr i="1" lang="en-US" sz="1800"/>
              <a:t>Less impact of return definition because we are comparing positive / positive and negative / negative.</a:t>
            </a:r>
            <a:endParaRPr i="1" sz="1800"/>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41" name="Google Shape;241;g3db971e7cb6_0_12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42" name="Google Shape;242;g3db971e7cb6_0_12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3" name="Google Shape;243;g3db971e7cb6_0_120"/>
          <p:cNvPicPr preferRelativeResize="0"/>
          <p:nvPr/>
        </p:nvPicPr>
        <p:blipFill rotWithShape="1">
          <a:blip r:embed="rId3">
            <a:alphaModFix/>
          </a:blip>
          <a:srcRect b="0" l="0" r="-34300" t="0"/>
          <a:stretch/>
        </p:blipFill>
        <p:spPr>
          <a:xfrm>
            <a:off x="719999" y="3365175"/>
            <a:ext cx="6110775" cy="1009650"/>
          </a:xfrm>
          <a:prstGeom prst="rect">
            <a:avLst/>
          </a:prstGeom>
          <a:noFill/>
          <a:ln>
            <a:noFill/>
          </a:ln>
        </p:spPr>
      </p:pic>
      <p:pic>
        <p:nvPicPr>
          <p:cNvPr id="244" name="Google Shape;244;g3db971e7cb6_0_120"/>
          <p:cNvPicPr preferRelativeResize="0"/>
          <p:nvPr/>
        </p:nvPicPr>
        <p:blipFill rotWithShape="1">
          <a:blip r:embed="rId4">
            <a:alphaModFix/>
          </a:blip>
          <a:srcRect b="0" l="0" r="26444" t="0"/>
          <a:stretch/>
        </p:blipFill>
        <p:spPr>
          <a:xfrm>
            <a:off x="6978300" y="3365175"/>
            <a:ext cx="4494900" cy="1009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db971e7cb6_0_53"/>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a:t>
            </a:r>
            <a:r>
              <a:rPr lang="en-US"/>
              <a:t> (sector clustering)</a:t>
            </a:r>
            <a:endParaRPr/>
          </a:p>
        </p:txBody>
      </p:sp>
      <p:sp>
        <p:nvSpPr>
          <p:cNvPr id="251" name="Google Shape;251;g3db971e7cb6_0_53"/>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Top 0.1% daily returns clustered by sectors, ordered</a:t>
            </a:r>
            <a:endParaRPr/>
          </a:p>
          <a:p>
            <a:pPr indent="0" lvl="0" marL="342900" rtl="0" algn="l">
              <a:lnSpc>
                <a:spcPct val="100000"/>
              </a:lnSpc>
              <a:spcBef>
                <a:spcPts val="0"/>
              </a:spcBef>
              <a:spcAft>
                <a:spcPts val="0"/>
              </a:spcAft>
              <a:buNone/>
            </a:pPr>
            <a:r>
              <a:rPr lang="en-US"/>
              <a:t>Raw count and normalized (events/nbr_stocks) count.</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52" name="Google Shape;252;g3db971e7cb6_0_53"/>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53" name="Google Shape;253;g3db971e7cb6_0_53"/>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4" name="Google Shape;254;g3db971e7cb6_0_53"/>
          <p:cNvPicPr preferRelativeResize="0"/>
          <p:nvPr/>
        </p:nvPicPr>
        <p:blipFill>
          <a:blip r:embed="rId3">
            <a:alphaModFix/>
          </a:blip>
          <a:stretch>
            <a:fillRect/>
          </a:stretch>
        </p:blipFill>
        <p:spPr>
          <a:xfrm>
            <a:off x="1918788" y="2550788"/>
            <a:ext cx="3048000" cy="2638425"/>
          </a:xfrm>
          <a:prstGeom prst="rect">
            <a:avLst/>
          </a:prstGeom>
          <a:noFill/>
          <a:ln>
            <a:noFill/>
          </a:ln>
        </p:spPr>
      </p:pic>
      <p:pic>
        <p:nvPicPr>
          <p:cNvPr id="255" name="Google Shape;255;g3db971e7cb6_0_53"/>
          <p:cNvPicPr preferRelativeResize="0"/>
          <p:nvPr/>
        </p:nvPicPr>
        <p:blipFill>
          <a:blip r:embed="rId4">
            <a:alphaModFix/>
          </a:blip>
          <a:stretch>
            <a:fillRect/>
          </a:stretch>
        </p:blipFill>
        <p:spPr>
          <a:xfrm>
            <a:off x="5608763" y="2569825"/>
            <a:ext cx="3495675" cy="26003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db971e7cb6_0_75"/>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(sector clustering)</a:t>
            </a:r>
            <a:endParaRPr/>
          </a:p>
        </p:txBody>
      </p:sp>
      <p:sp>
        <p:nvSpPr>
          <p:cNvPr id="262" name="Google Shape;262;g3db971e7cb6_0_75"/>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sectors performed best in the top 0.1%?</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63" name="Google Shape;263;g3db971e7cb6_0_75"/>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64" name="Google Shape;264;g3db971e7cb6_0_75"/>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5" name="Google Shape;265;g3db971e7cb6_0_75"/>
          <p:cNvPicPr preferRelativeResize="0"/>
          <p:nvPr/>
        </p:nvPicPr>
        <p:blipFill>
          <a:blip r:embed="rId3">
            <a:alphaModFix/>
          </a:blip>
          <a:stretch>
            <a:fillRect/>
          </a:stretch>
        </p:blipFill>
        <p:spPr>
          <a:xfrm>
            <a:off x="2506150" y="1771437"/>
            <a:ext cx="7181275" cy="41971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db971e7cb6_0_9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(sector clustering)</a:t>
            </a:r>
            <a:endParaRPr/>
          </a:p>
        </p:txBody>
      </p:sp>
      <p:sp>
        <p:nvSpPr>
          <p:cNvPr id="272" name="Google Shape;272;g3db971e7cb6_0_9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does it look like? </a:t>
            </a:r>
            <a:r>
              <a:rPr lang="en-US"/>
              <a:t>(Arithmetic returns to not crush the extremes positives)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73" name="Google Shape;273;g3db971e7cb6_0_9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74" name="Google Shape;274;g3db971e7cb6_0_9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5" name="Google Shape;275;g3db971e7cb6_0_97"/>
          <p:cNvPicPr preferRelativeResize="0"/>
          <p:nvPr/>
        </p:nvPicPr>
        <p:blipFill>
          <a:blip r:embed="rId3">
            <a:alphaModFix/>
          </a:blip>
          <a:stretch>
            <a:fillRect/>
          </a:stretch>
        </p:blipFill>
        <p:spPr>
          <a:xfrm>
            <a:off x="1134775" y="1730950"/>
            <a:ext cx="9924024" cy="4924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db971e7cb6_0_132"/>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(sector clustering</a:t>
            </a:r>
            <a:r>
              <a:rPr lang="en-US"/>
              <a:t>,statistical testing</a:t>
            </a:r>
            <a:r>
              <a:rPr lang="en-US"/>
              <a:t>)</a:t>
            </a:r>
            <a:endParaRPr/>
          </a:p>
        </p:txBody>
      </p:sp>
      <p:sp>
        <p:nvSpPr>
          <p:cNvPr id="282" name="Google Shape;282;g3db971e7cb6_0_132"/>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spcBef>
                <a:spcPts val="0"/>
              </a:spcBef>
              <a:spcAft>
                <a:spcPts val="0"/>
              </a:spcAft>
              <a:buSzPts val="2400"/>
              <a:buChar char="•"/>
            </a:pPr>
            <a:r>
              <a:rPr lang="en-US"/>
              <a:t>Do the top 0.1% mean across sectors are statistically different within each positive extreme and negative extreme? log_return (left), arithmetic_return (right)</a:t>
            </a:r>
            <a:endParaRPr/>
          </a:p>
          <a:p>
            <a:pPr indent="457200" lvl="0" marL="0" rtl="0" algn="l">
              <a:spcBef>
                <a:spcPts val="400"/>
              </a:spcBef>
              <a:spcAft>
                <a:spcPts val="0"/>
              </a:spcAft>
              <a:buNone/>
            </a:pPr>
            <a:r>
              <a:rPr i="1" lang="en-US" sz="1800"/>
              <a:t>Less impact of return definition because we are comparing positive / positive and negative / negative.</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83" name="Google Shape;283;g3db971e7cb6_0_132"/>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84" name="Google Shape;284;g3db971e7cb6_0_132"/>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85" name="Google Shape;285;g3db971e7cb6_0_132"/>
          <p:cNvPicPr preferRelativeResize="0"/>
          <p:nvPr/>
        </p:nvPicPr>
        <p:blipFill rotWithShape="1">
          <a:blip r:embed="rId3">
            <a:alphaModFix/>
          </a:blip>
          <a:srcRect b="0" l="0" r="-34030" t="0"/>
          <a:stretch/>
        </p:blipFill>
        <p:spPr>
          <a:xfrm>
            <a:off x="720000" y="3258375"/>
            <a:ext cx="6096001" cy="1009650"/>
          </a:xfrm>
          <a:prstGeom prst="rect">
            <a:avLst/>
          </a:prstGeom>
          <a:noFill/>
          <a:ln>
            <a:noFill/>
          </a:ln>
        </p:spPr>
      </p:pic>
      <p:pic>
        <p:nvPicPr>
          <p:cNvPr id="286" name="Google Shape;286;g3db971e7cb6_0_132"/>
          <p:cNvPicPr preferRelativeResize="0"/>
          <p:nvPr/>
        </p:nvPicPr>
        <p:blipFill rotWithShape="1">
          <a:blip r:embed="rId4">
            <a:alphaModFix/>
          </a:blip>
          <a:srcRect b="0" l="0" r="23142" t="0"/>
          <a:stretch/>
        </p:blipFill>
        <p:spPr>
          <a:xfrm>
            <a:off x="5739517" y="3258375"/>
            <a:ext cx="5398166" cy="1009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3db971e7cb6_0_33"/>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t/>
            </a:r>
            <a:endParaRPr/>
          </a:p>
        </p:txBody>
      </p:sp>
      <p:sp>
        <p:nvSpPr>
          <p:cNvPr id="293" name="Google Shape;293;g3db971e7cb6_0_33"/>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sz="2400"/>
              <a:t>Point 1</a:t>
            </a:r>
            <a:endParaRPr/>
          </a:p>
          <a:p>
            <a:pPr indent="-214313" lvl="1" marL="557213" rtl="0" algn="l">
              <a:lnSpc>
                <a:spcPct val="100000"/>
              </a:lnSpc>
              <a:spcBef>
                <a:spcPts val="400"/>
              </a:spcBef>
              <a:spcAft>
                <a:spcPts val="0"/>
              </a:spcAft>
              <a:buClr>
                <a:schemeClr val="dk1"/>
              </a:buClr>
              <a:buSzPts val="2000"/>
              <a:buChar char="–"/>
            </a:pPr>
            <a:r>
              <a:rPr lang="en-US"/>
              <a:t>Sub-point 1</a:t>
            </a:r>
            <a:endParaRPr/>
          </a:p>
          <a:p>
            <a:pPr indent="-214313" lvl="1" marL="557213" rtl="0" algn="l">
              <a:lnSpc>
                <a:spcPct val="100000"/>
              </a:lnSpc>
              <a:spcBef>
                <a:spcPts val="400"/>
              </a:spcBef>
              <a:spcAft>
                <a:spcPts val="0"/>
              </a:spcAft>
              <a:buClr>
                <a:schemeClr val="dk1"/>
              </a:buClr>
              <a:buSzPts val="2000"/>
              <a:buChar char="–"/>
            </a:pPr>
            <a:r>
              <a:rPr lang="en-US"/>
              <a:t>Sub-point 2</a:t>
            </a:r>
            <a:endParaRPr/>
          </a:p>
          <a:p>
            <a:pPr indent="-214313" lvl="1" marL="557213" rtl="0" algn="l">
              <a:lnSpc>
                <a:spcPct val="100000"/>
              </a:lnSpc>
              <a:spcBef>
                <a:spcPts val="400"/>
              </a:spcBef>
              <a:spcAft>
                <a:spcPts val="0"/>
              </a:spcAft>
              <a:buClr>
                <a:schemeClr val="dk1"/>
              </a:buClr>
              <a:buSzPts val="2000"/>
              <a:buChar char="–"/>
            </a:pPr>
            <a:r>
              <a:rPr lang="en-US"/>
              <a:t>Sub-point 3</a:t>
            </a:r>
            <a:endParaRPr/>
          </a:p>
          <a:p>
            <a:pPr indent="-87313" lvl="1" marL="557213" rtl="0" algn="l">
              <a:lnSpc>
                <a:spcPct val="100000"/>
              </a:lnSpc>
              <a:spcBef>
                <a:spcPts val="400"/>
              </a:spcBef>
              <a:spcAft>
                <a:spcPts val="0"/>
              </a:spcAft>
              <a:buClr>
                <a:schemeClr val="dk1"/>
              </a:buClr>
              <a:buSzPts val="2000"/>
              <a:buNone/>
            </a:pPr>
            <a:r>
              <a:t/>
            </a:r>
            <a:endParaRPr/>
          </a:p>
          <a:p>
            <a:pPr indent="-342900" lvl="0" marL="342900" rtl="0" algn="l">
              <a:lnSpc>
                <a:spcPct val="100000"/>
              </a:lnSpc>
              <a:spcBef>
                <a:spcPts val="480"/>
              </a:spcBef>
              <a:spcAft>
                <a:spcPts val="0"/>
              </a:spcAft>
              <a:buClr>
                <a:schemeClr val="dk1"/>
              </a:buClr>
              <a:buSzPts val="2400"/>
              <a:buFont typeface="Arial"/>
              <a:buChar char="•"/>
            </a:pPr>
            <a:r>
              <a:rPr lang="en-US" sz="2400"/>
              <a:t>Point 2</a:t>
            </a:r>
            <a:endParaRPr/>
          </a:p>
          <a:p>
            <a:pPr indent="-214313" lvl="1" marL="557213" rtl="0" algn="l">
              <a:lnSpc>
                <a:spcPct val="100000"/>
              </a:lnSpc>
              <a:spcBef>
                <a:spcPts val="400"/>
              </a:spcBef>
              <a:spcAft>
                <a:spcPts val="0"/>
              </a:spcAft>
              <a:buClr>
                <a:schemeClr val="dk1"/>
              </a:buClr>
              <a:buSzPts val="2000"/>
              <a:buChar char="–"/>
            </a:pPr>
            <a:r>
              <a:rPr lang="en-US"/>
              <a:t>Sub-point 1</a:t>
            </a:r>
            <a:endParaRPr/>
          </a:p>
          <a:p>
            <a:pPr indent="-214313" lvl="1" marL="557213" rtl="0" algn="l">
              <a:lnSpc>
                <a:spcPct val="100000"/>
              </a:lnSpc>
              <a:spcBef>
                <a:spcPts val="400"/>
              </a:spcBef>
              <a:spcAft>
                <a:spcPts val="0"/>
              </a:spcAft>
              <a:buClr>
                <a:schemeClr val="dk1"/>
              </a:buClr>
              <a:buSzPts val="2000"/>
              <a:buChar char="–"/>
            </a:pPr>
            <a:r>
              <a:rPr lang="en-US"/>
              <a:t>Sub-point 2</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94" name="Google Shape;294;g3db971e7cb6_0_33"/>
          <p:cNvSpPr/>
          <p:nvPr/>
        </p:nvSpPr>
        <p:spPr>
          <a:xfrm>
            <a:off x="552178" y="4697102"/>
            <a:ext cx="2520300" cy="1728300"/>
          </a:xfrm>
          <a:prstGeom prst="rect">
            <a:avLst/>
          </a:prstGeom>
          <a:solidFill>
            <a:srgbClr val="FFFED9">
              <a:alpha val="90200"/>
            </a:srgbClr>
          </a:solidFill>
          <a:ln cap="flat" cmpd="sng" w="1905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67">
                <a:solidFill>
                  <a:schemeClr val="dk1"/>
                </a:solidFill>
                <a:latin typeface="Arial"/>
                <a:ea typeface="Arial"/>
                <a:cs typeface="Arial"/>
                <a:sym typeface="Arial"/>
              </a:rPr>
              <a:t>Example:</a:t>
            </a:r>
            <a:endParaRPr/>
          </a:p>
          <a:p>
            <a:pPr indent="0" lvl="0" marL="0" marR="0" rtl="0" algn="ctr">
              <a:spcBef>
                <a:spcPts val="0"/>
              </a:spcBef>
              <a:spcAft>
                <a:spcPts val="0"/>
              </a:spcAft>
              <a:buNone/>
            </a:pPr>
            <a:r>
              <a:rPr lang="en-US" sz="1867">
                <a:solidFill>
                  <a:schemeClr val="dk1"/>
                </a:solidFill>
                <a:latin typeface="Arial"/>
                <a:ea typeface="Arial"/>
                <a:cs typeface="Arial"/>
                <a:sym typeface="Arial"/>
              </a:rPr>
              <a:t>Text</a:t>
            </a:r>
            <a:endParaRPr/>
          </a:p>
        </p:txBody>
      </p:sp>
      <p:sp>
        <p:nvSpPr>
          <p:cNvPr id="295" name="Google Shape;295;g3db971e7cb6_0_33"/>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96" name="Google Shape;296;g3db971e7cb6_0_33"/>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db971e7cb6_0_24"/>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t/>
            </a:r>
            <a:endParaRPr/>
          </a:p>
        </p:txBody>
      </p:sp>
      <p:sp>
        <p:nvSpPr>
          <p:cNvPr id="303" name="Google Shape;303;g3db971e7cb6_0_24"/>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sz="2400"/>
              <a:t>Point 1</a:t>
            </a:r>
            <a:endParaRPr/>
          </a:p>
          <a:p>
            <a:pPr indent="-214313" lvl="1" marL="557213" rtl="0" algn="l">
              <a:lnSpc>
                <a:spcPct val="100000"/>
              </a:lnSpc>
              <a:spcBef>
                <a:spcPts val="400"/>
              </a:spcBef>
              <a:spcAft>
                <a:spcPts val="0"/>
              </a:spcAft>
              <a:buClr>
                <a:schemeClr val="dk1"/>
              </a:buClr>
              <a:buSzPts val="2000"/>
              <a:buChar char="–"/>
            </a:pPr>
            <a:r>
              <a:rPr lang="en-US"/>
              <a:t>Sub-point 1</a:t>
            </a:r>
            <a:endParaRPr/>
          </a:p>
          <a:p>
            <a:pPr indent="-214313" lvl="1" marL="557213" rtl="0" algn="l">
              <a:lnSpc>
                <a:spcPct val="100000"/>
              </a:lnSpc>
              <a:spcBef>
                <a:spcPts val="400"/>
              </a:spcBef>
              <a:spcAft>
                <a:spcPts val="0"/>
              </a:spcAft>
              <a:buClr>
                <a:schemeClr val="dk1"/>
              </a:buClr>
              <a:buSzPts val="2000"/>
              <a:buChar char="–"/>
            </a:pPr>
            <a:r>
              <a:rPr lang="en-US"/>
              <a:t>Sub-point 2</a:t>
            </a:r>
            <a:endParaRPr/>
          </a:p>
          <a:p>
            <a:pPr indent="-214313" lvl="1" marL="557213" rtl="0" algn="l">
              <a:lnSpc>
                <a:spcPct val="100000"/>
              </a:lnSpc>
              <a:spcBef>
                <a:spcPts val="400"/>
              </a:spcBef>
              <a:spcAft>
                <a:spcPts val="0"/>
              </a:spcAft>
              <a:buClr>
                <a:schemeClr val="dk1"/>
              </a:buClr>
              <a:buSzPts val="2000"/>
              <a:buChar char="–"/>
            </a:pPr>
            <a:r>
              <a:rPr lang="en-US"/>
              <a:t>Sub-point 3</a:t>
            </a:r>
            <a:endParaRPr/>
          </a:p>
          <a:p>
            <a:pPr indent="-87313" lvl="1" marL="557213" rtl="0" algn="l">
              <a:lnSpc>
                <a:spcPct val="100000"/>
              </a:lnSpc>
              <a:spcBef>
                <a:spcPts val="400"/>
              </a:spcBef>
              <a:spcAft>
                <a:spcPts val="0"/>
              </a:spcAft>
              <a:buClr>
                <a:schemeClr val="dk1"/>
              </a:buClr>
              <a:buSzPts val="2000"/>
              <a:buNone/>
            </a:pPr>
            <a:r>
              <a:t/>
            </a:r>
            <a:endParaRPr/>
          </a:p>
          <a:p>
            <a:pPr indent="-342900" lvl="0" marL="342900" rtl="0" algn="l">
              <a:lnSpc>
                <a:spcPct val="100000"/>
              </a:lnSpc>
              <a:spcBef>
                <a:spcPts val="480"/>
              </a:spcBef>
              <a:spcAft>
                <a:spcPts val="0"/>
              </a:spcAft>
              <a:buClr>
                <a:schemeClr val="dk1"/>
              </a:buClr>
              <a:buSzPts val="2400"/>
              <a:buFont typeface="Arial"/>
              <a:buChar char="•"/>
            </a:pPr>
            <a:r>
              <a:rPr lang="en-US" sz="2400"/>
              <a:t>Point 2</a:t>
            </a:r>
            <a:endParaRPr/>
          </a:p>
          <a:p>
            <a:pPr indent="-214313" lvl="1" marL="557213" rtl="0" algn="l">
              <a:lnSpc>
                <a:spcPct val="100000"/>
              </a:lnSpc>
              <a:spcBef>
                <a:spcPts val="400"/>
              </a:spcBef>
              <a:spcAft>
                <a:spcPts val="0"/>
              </a:spcAft>
              <a:buClr>
                <a:schemeClr val="dk1"/>
              </a:buClr>
              <a:buSzPts val="2000"/>
              <a:buChar char="–"/>
            </a:pPr>
            <a:r>
              <a:rPr lang="en-US"/>
              <a:t>Sub-point 1</a:t>
            </a:r>
            <a:endParaRPr/>
          </a:p>
          <a:p>
            <a:pPr indent="-214313" lvl="1" marL="557213" rtl="0" algn="l">
              <a:lnSpc>
                <a:spcPct val="100000"/>
              </a:lnSpc>
              <a:spcBef>
                <a:spcPts val="400"/>
              </a:spcBef>
              <a:spcAft>
                <a:spcPts val="0"/>
              </a:spcAft>
              <a:buClr>
                <a:schemeClr val="dk1"/>
              </a:buClr>
              <a:buSzPts val="2000"/>
              <a:buChar char="–"/>
            </a:pPr>
            <a:r>
              <a:rPr lang="en-US"/>
              <a:t>Sub-point 2</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304" name="Google Shape;304;g3db971e7cb6_0_24"/>
          <p:cNvSpPr/>
          <p:nvPr/>
        </p:nvSpPr>
        <p:spPr>
          <a:xfrm>
            <a:off x="552178" y="4697102"/>
            <a:ext cx="2520300" cy="1728300"/>
          </a:xfrm>
          <a:prstGeom prst="rect">
            <a:avLst/>
          </a:prstGeom>
          <a:solidFill>
            <a:srgbClr val="FFFED9">
              <a:alpha val="90200"/>
            </a:srgbClr>
          </a:solidFill>
          <a:ln cap="flat" cmpd="sng" w="1905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67">
                <a:solidFill>
                  <a:schemeClr val="dk1"/>
                </a:solidFill>
                <a:latin typeface="Arial"/>
                <a:ea typeface="Arial"/>
                <a:cs typeface="Arial"/>
                <a:sym typeface="Arial"/>
              </a:rPr>
              <a:t>Example:</a:t>
            </a:r>
            <a:endParaRPr/>
          </a:p>
          <a:p>
            <a:pPr indent="0" lvl="0" marL="0" marR="0" rtl="0" algn="ctr">
              <a:spcBef>
                <a:spcPts val="0"/>
              </a:spcBef>
              <a:spcAft>
                <a:spcPts val="0"/>
              </a:spcAft>
              <a:buNone/>
            </a:pPr>
            <a:r>
              <a:rPr lang="en-US" sz="1867">
                <a:solidFill>
                  <a:schemeClr val="dk1"/>
                </a:solidFill>
                <a:latin typeface="Arial"/>
                <a:ea typeface="Arial"/>
                <a:cs typeface="Arial"/>
                <a:sym typeface="Arial"/>
              </a:rPr>
              <a:t>Text</a:t>
            </a:r>
            <a:endParaRPr/>
          </a:p>
        </p:txBody>
      </p:sp>
      <p:sp>
        <p:nvSpPr>
          <p:cNvPr id="305" name="Google Shape;305;g3db971e7cb6_0_24"/>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06" name="Google Shape;306;g3db971e7cb6_0_24"/>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db971e7cb6_0_15"/>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t/>
            </a:r>
            <a:endParaRPr/>
          </a:p>
        </p:txBody>
      </p:sp>
      <p:sp>
        <p:nvSpPr>
          <p:cNvPr id="313" name="Google Shape;313;g3db971e7cb6_0_15"/>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sz="2400"/>
              <a:t>Point 1</a:t>
            </a:r>
            <a:endParaRPr/>
          </a:p>
          <a:p>
            <a:pPr indent="-214313" lvl="1" marL="557213" rtl="0" algn="l">
              <a:lnSpc>
                <a:spcPct val="100000"/>
              </a:lnSpc>
              <a:spcBef>
                <a:spcPts val="400"/>
              </a:spcBef>
              <a:spcAft>
                <a:spcPts val="0"/>
              </a:spcAft>
              <a:buClr>
                <a:schemeClr val="dk1"/>
              </a:buClr>
              <a:buSzPts val="2000"/>
              <a:buChar char="–"/>
            </a:pPr>
            <a:r>
              <a:rPr lang="en-US"/>
              <a:t>Sub-point 1</a:t>
            </a:r>
            <a:endParaRPr/>
          </a:p>
          <a:p>
            <a:pPr indent="-214313" lvl="1" marL="557213" rtl="0" algn="l">
              <a:lnSpc>
                <a:spcPct val="100000"/>
              </a:lnSpc>
              <a:spcBef>
                <a:spcPts val="400"/>
              </a:spcBef>
              <a:spcAft>
                <a:spcPts val="0"/>
              </a:spcAft>
              <a:buClr>
                <a:schemeClr val="dk1"/>
              </a:buClr>
              <a:buSzPts val="2000"/>
              <a:buChar char="–"/>
            </a:pPr>
            <a:r>
              <a:rPr lang="en-US"/>
              <a:t>Sub-point 2</a:t>
            </a:r>
            <a:endParaRPr/>
          </a:p>
          <a:p>
            <a:pPr indent="-214313" lvl="1" marL="557213" rtl="0" algn="l">
              <a:lnSpc>
                <a:spcPct val="100000"/>
              </a:lnSpc>
              <a:spcBef>
                <a:spcPts val="400"/>
              </a:spcBef>
              <a:spcAft>
                <a:spcPts val="0"/>
              </a:spcAft>
              <a:buClr>
                <a:schemeClr val="dk1"/>
              </a:buClr>
              <a:buSzPts val="2000"/>
              <a:buChar char="–"/>
            </a:pPr>
            <a:r>
              <a:rPr lang="en-US"/>
              <a:t>Sub-point 3</a:t>
            </a:r>
            <a:endParaRPr/>
          </a:p>
          <a:p>
            <a:pPr indent="-87313" lvl="1" marL="557213" rtl="0" algn="l">
              <a:lnSpc>
                <a:spcPct val="100000"/>
              </a:lnSpc>
              <a:spcBef>
                <a:spcPts val="400"/>
              </a:spcBef>
              <a:spcAft>
                <a:spcPts val="0"/>
              </a:spcAft>
              <a:buClr>
                <a:schemeClr val="dk1"/>
              </a:buClr>
              <a:buSzPts val="2000"/>
              <a:buNone/>
            </a:pPr>
            <a:r>
              <a:t/>
            </a:r>
            <a:endParaRPr/>
          </a:p>
          <a:p>
            <a:pPr indent="-342900" lvl="0" marL="342900" rtl="0" algn="l">
              <a:lnSpc>
                <a:spcPct val="100000"/>
              </a:lnSpc>
              <a:spcBef>
                <a:spcPts val="480"/>
              </a:spcBef>
              <a:spcAft>
                <a:spcPts val="0"/>
              </a:spcAft>
              <a:buClr>
                <a:schemeClr val="dk1"/>
              </a:buClr>
              <a:buSzPts val="2400"/>
              <a:buFont typeface="Arial"/>
              <a:buChar char="•"/>
            </a:pPr>
            <a:r>
              <a:rPr lang="en-US" sz="2400"/>
              <a:t>Point 2</a:t>
            </a:r>
            <a:endParaRPr/>
          </a:p>
          <a:p>
            <a:pPr indent="-214313" lvl="1" marL="557213" rtl="0" algn="l">
              <a:lnSpc>
                <a:spcPct val="100000"/>
              </a:lnSpc>
              <a:spcBef>
                <a:spcPts val="400"/>
              </a:spcBef>
              <a:spcAft>
                <a:spcPts val="0"/>
              </a:spcAft>
              <a:buClr>
                <a:schemeClr val="dk1"/>
              </a:buClr>
              <a:buSzPts val="2000"/>
              <a:buChar char="–"/>
            </a:pPr>
            <a:r>
              <a:rPr lang="en-US"/>
              <a:t>Sub-point 1</a:t>
            </a:r>
            <a:endParaRPr/>
          </a:p>
          <a:p>
            <a:pPr indent="-214313" lvl="1" marL="557213" rtl="0" algn="l">
              <a:lnSpc>
                <a:spcPct val="100000"/>
              </a:lnSpc>
              <a:spcBef>
                <a:spcPts val="400"/>
              </a:spcBef>
              <a:spcAft>
                <a:spcPts val="0"/>
              </a:spcAft>
              <a:buClr>
                <a:schemeClr val="dk1"/>
              </a:buClr>
              <a:buSzPts val="2000"/>
              <a:buChar char="–"/>
            </a:pPr>
            <a:r>
              <a:rPr lang="en-US"/>
              <a:t>Sub-point 2</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314" name="Google Shape;314;g3db971e7cb6_0_15"/>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15" name="Google Shape;315;g3db971e7cb6_0_15"/>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
          <p:cNvSpPr/>
          <p:nvPr/>
        </p:nvSpPr>
        <p:spPr>
          <a:xfrm>
            <a:off x="0" y="808038"/>
            <a:ext cx="12193200" cy="5886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67">
              <a:solidFill>
                <a:schemeClr val="dk1"/>
              </a:solidFill>
              <a:latin typeface="Arial"/>
              <a:ea typeface="Arial"/>
              <a:cs typeface="Arial"/>
              <a:sym typeface="Arial"/>
            </a:endParaRPr>
          </a:p>
        </p:txBody>
      </p:sp>
      <p:pic>
        <p:nvPicPr>
          <p:cNvPr id="322" name="Google Shape;322;p4"/>
          <p:cNvPicPr preferRelativeResize="0"/>
          <p:nvPr/>
        </p:nvPicPr>
        <p:blipFill rotWithShape="1">
          <a:blip r:embed="rId3">
            <a:alphaModFix/>
          </a:blip>
          <a:srcRect b="28637" l="0" r="0" t="12018"/>
          <a:stretch/>
        </p:blipFill>
        <p:spPr>
          <a:xfrm>
            <a:off x="794" y="825910"/>
            <a:ext cx="12192000" cy="4739148"/>
          </a:xfrm>
          <a:prstGeom prst="rect">
            <a:avLst/>
          </a:prstGeom>
          <a:noFill/>
          <a:ln>
            <a:noFill/>
          </a:ln>
        </p:spPr>
      </p:pic>
      <p:sp>
        <p:nvSpPr>
          <p:cNvPr id="323" name="Google Shape;323;p4"/>
          <p:cNvSpPr txBox="1"/>
          <p:nvPr>
            <p:ph type="title"/>
          </p:nvPr>
        </p:nvSpPr>
        <p:spPr>
          <a:xfrm>
            <a:off x="696913" y="5841328"/>
            <a:ext cx="8233200" cy="54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4200"/>
              <a:buFont typeface="Titillium Web"/>
              <a:buNone/>
            </a:pPr>
            <a:r>
              <a:rPr lang="en-US" sz="4200"/>
              <a:t>Questions?</a:t>
            </a:r>
            <a:endParaRPr/>
          </a:p>
        </p:txBody>
      </p:sp>
      <p:cxnSp>
        <p:nvCxnSpPr>
          <p:cNvPr id="324" name="Google Shape;324;p4"/>
          <p:cNvCxnSpPr/>
          <p:nvPr/>
        </p:nvCxnSpPr>
        <p:spPr>
          <a:xfrm>
            <a:off x="-1" y="5580000"/>
            <a:ext cx="12186000" cy="0"/>
          </a:xfrm>
          <a:prstGeom prst="straightConnector1">
            <a:avLst/>
          </a:prstGeom>
          <a:noFill/>
          <a:ln cap="flat" cmpd="sng" w="19050">
            <a:solidFill>
              <a:srgbClr val="0C0C0C"/>
            </a:solidFill>
            <a:prstDash val="solid"/>
            <a:round/>
            <a:headEnd len="sm" w="sm" type="none"/>
            <a:tailEnd len="sm" w="sm" type="none"/>
          </a:ln>
        </p:spPr>
      </p:cxnSp>
      <p:sp>
        <p:nvSpPr>
          <p:cNvPr id="325" name="Google Shape;325;p4"/>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326" name="Google Shape;326;p4"/>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FDS - Master">
  <a:themeElements>
    <a:clrScheme name="UNISG Grün">
      <a:dk1>
        <a:srgbClr val="000000"/>
      </a:dk1>
      <a:lt1>
        <a:srgbClr val="FFFFFF"/>
      </a:lt1>
      <a:dk2>
        <a:srgbClr val="115C2E"/>
      </a:dk2>
      <a:lt2>
        <a:srgbClr val="CCCCCC"/>
      </a:lt2>
      <a:accent1>
        <a:srgbClr val="115C2E"/>
      </a:accent1>
      <a:accent2>
        <a:srgbClr val="249662"/>
      </a:accent2>
      <a:accent3>
        <a:srgbClr val="54A47C"/>
      </a:accent3>
      <a:accent4>
        <a:srgbClr val="8FBFA9"/>
      </a:accent4>
      <a:accent5>
        <a:srgbClr val="ED904B"/>
      </a:accent5>
      <a:accent6>
        <a:srgbClr val="FAB73E"/>
      </a:accent6>
      <a:hlink>
        <a:srgbClr val="115C2E"/>
      </a:hlink>
      <a:folHlink>
        <a:srgbClr val="54A47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2016-04-12T09:28:03Z</dcterms:created>
  <dc:creator>Prof. Dr. Damian Borth</dc:creator>
</cp:coreProperties>
</file>